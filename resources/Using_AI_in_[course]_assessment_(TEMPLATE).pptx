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5"/>
  </p:notesMasterIdLst>
  <p:handoutMasterIdLst>
    <p:handoutMasterId r:id="rId16"/>
  </p:handoutMasterIdLst>
  <p:sldIdLst>
    <p:sldId id="2147471848" r:id="rId5"/>
    <p:sldId id="2147471847" r:id="rId6"/>
    <p:sldId id="441" r:id="rId7"/>
    <p:sldId id="2147471844" r:id="rId8"/>
    <p:sldId id="2147471845" r:id="rId9"/>
    <p:sldId id="2147471846" r:id="rId10"/>
    <p:sldId id="2147471841" r:id="rId11"/>
    <p:sldId id="2147471842" r:id="rId12"/>
    <p:sldId id="2147471840" r:id="rId13"/>
    <p:sldId id="41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1C800D76-3C72-4CB3-9FC9-AADDB526D820}">
          <p14:sldIdLst>
            <p14:sldId id="2147471848"/>
            <p14:sldId id="2147471847"/>
          </p14:sldIdLst>
        </p14:section>
        <p14:section name="Template" id="{D17B4B8B-281D-3F44-8A54-59E6C0C290CC}">
          <p14:sldIdLst>
            <p14:sldId id="441"/>
            <p14:sldId id="2147471844"/>
            <p14:sldId id="2147471845"/>
            <p14:sldId id="2147471846"/>
          </p14:sldIdLst>
        </p14:section>
        <p14:section name="Examples" id="{CEAD2474-43D6-C34E-96BF-D62EABAE166D}">
          <p14:sldIdLst>
            <p14:sldId id="2147471841"/>
            <p14:sldId id="2147471842"/>
            <p14:sldId id="2147471840"/>
          </p14:sldIdLst>
        </p14:section>
        <p14:section name="Contact" id="{B0ADF5C2-BB81-3F42-9F40-B25BEA58730F}">
          <p14:sldIdLst>
            <p14:sldId id="418"/>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D1CC"/>
    <a:srgbClr val="51247A"/>
    <a:srgbClr val="962A8B"/>
    <a:srgbClr val="E62645"/>
    <a:srgbClr val="2EA836"/>
    <a:srgbClr val="D9AC6D"/>
    <a:srgbClr val="EB602B"/>
    <a:srgbClr val="FBB800"/>
    <a:srgbClr val="4085C6"/>
    <a:srgbClr val="00A2C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7BBF1E7-68BE-A344-95E6-5D05B3E2F792}" v="1" dt="2026-02-16T02:23:30.4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213" autoAdjust="0"/>
    <p:restoredTop sz="96327" autoAdjust="0"/>
  </p:normalViewPr>
  <p:slideViewPr>
    <p:cSldViewPr showGuides="1">
      <p:cViewPr varScale="1">
        <p:scale>
          <a:sx n="123" d="100"/>
          <a:sy n="123" d="100"/>
        </p:scale>
        <p:origin x="1168" y="192"/>
      </p:cViewPr>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00" d="100"/>
        <a:sy n="100" d="100"/>
      </p:scale>
      <p:origin x="0" y="-4194"/>
    </p:cViewPr>
  </p:sorterViewPr>
  <p:notesViewPr>
    <p:cSldViewPr showGuides="1">
      <p:cViewPr varScale="1">
        <p:scale>
          <a:sx n="84" d="100"/>
          <a:sy n="84" d="100"/>
        </p:scale>
        <p:origin x="3024"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12A36AD-C140-47B5-A0AA-2808AF1C1C9D}" type="datetimeFigureOut">
              <a:rPr lang="en-AU" smtClean="0"/>
              <a:t>15/02/2026</a:t>
            </a:fld>
            <a:endParaRPr lang="en-AU"/>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6A420D9-E2BA-4BD5-B845-F55DFC0118AC}" type="slidenum">
              <a:rPr lang="en-AU" smtClean="0"/>
              <a:t>‹#›</a:t>
            </a:fld>
            <a:endParaRPr lang="en-AU"/>
          </a:p>
        </p:txBody>
      </p:sp>
    </p:spTree>
    <p:extLst>
      <p:ext uri="{BB962C8B-B14F-4D97-AF65-F5344CB8AC3E}">
        <p14:creationId xmlns:p14="http://schemas.microsoft.com/office/powerpoint/2010/main" val="26849784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763829E-EB69-4A98-9D54-8D6822520B27}" type="datetimeFigureOut">
              <a:rPr lang="en-AU" smtClean="0"/>
              <a:t>15/02/2026</a:t>
            </a:fld>
            <a:endParaRPr lang="en-AU"/>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EF05BAA-92F6-4DEA-A832-E4B15A2F525C}" type="slidenum">
              <a:rPr lang="en-AU" smtClean="0"/>
              <a:t>‹#›</a:t>
            </a:fld>
            <a:endParaRPr lang="en-AU"/>
          </a:p>
        </p:txBody>
      </p:sp>
    </p:spTree>
    <p:extLst>
      <p:ext uri="{BB962C8B-B14F-4D97-AF65-F5344CB8AC3E}">
        <p14:creationId xmlns:p14="http://schemas.microsoft.com/office/powerpoint/2010/main" val="2039978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1">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9E7728F-8A85-DF13-E1AF-75E2A93E2197}"/>
              </a:ext>
            </a:extLst>
          </p:cNvPr>
          <p:cNvPicPr preferRelativeResize="0">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79425" y="476672"/>
            <a:ext cx="1584127" cy="415357"/>
          </a:xfrm>
          <a:prstGeom prst="rect">
            <a:avLst/>
          </a:prstGeom>
        </p:spPr>
      </p:pic>
      <p:pic>
        <p:nvPicPr>
          <p:cNvPr id="9" name="Picture 8">
            <a:extLst>
              <a:ext uri="{FF2B5EF4-FFF2-40B4-BE49-F238E27FC236}">
                <a16:creationId xmlns:a16="http://schemas.microsoft.com/office/drawing/2014/main" id="{3C4934B2-2948-8EFA-273A-78FFEBE06419}"/>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5763003" y="476672"/>
            <a:ext cx="5949572" cy="5905077"/>
          </a:xfrm>
          <a:prstGeom prst="rect">
            <a:avLst/>
          </a:prstGeom>
        </p:spPr>
      </p:pic>
      <p:sp>
        <p:nvSpPr>
          <p:cNvPr id="11" name="Title 1">
            <a:extLst>
              <a:ext uri="{FF2B5EF4-FFF2-40B4-BE49-F238E27FC236}">
                <a16:creationId xmlns:a16="http://schemas.microsoft.com/office/drawing/2014/main" id="{018E225F-0D36-9E09-0E29-77686F5F90A7}"/>
              </a:ext>
            </a:extLst>
          </p:cNvPr>
          <p:cNvSpPr>
            <a:spLocks noGrp="1"/>
          </p:cNvSpPr>
          <p:nvPr>
            <p:ph type="title" hasCustomPrompt="1"/>
          </p:nvPr>
        </p:nvSpPr>
        <p:spPr>
          <a:xfrm>
            <a:off x="499203" y="2808560"/>
            <a:ext cx="4660694" cy="1196503"/>
          </a:xfrm>
        </p:spPr>
        <p:txBody>
          <a:bodyPr vert="horz" lIns="0" tIns="0" rIns="0" bIns="0" rtlCol="0" anchor="t">
            <a:noAutofit/>
          </a:bodyPr>
          <a:lstStyle>
            <a:lvl1pPr>
              <a:defRPr kumimoji="0" lang="en-AU" sz="4800" i="0" u="none" strike="noStrike" cap="none" spc="0" normalizeH="0" baseline="0" dirty="0">
                <a:ln>
                  <a:noFill/>
                </a:ln>
                <a:solidFill>
                  <a:schemeClr val="accent1"/>
                </a:solidFill>
                <a:effectLst/>
                <a:uLnTx/>
                <a:uFillTx/>
                <a:latin typeface="+mn-lt"/>
              </a:defRPr>
            </a:lvl1pPr>
          </a:lstStyle>
          <a:p>
            <a:pPr marL="0" marR="0" lvl="0" indent="0" fontAlgn="auto">
              <a:spcAft>
                <a:spcPts val="0"/>
              </a:spcAft>
              <a:buClrTx/>
              <a:buSzTx/>
              <a:buFontTx/>
              <a:tabLst/>
            </a:pPr>
            <a:r>
              <a:rPr lang="en-US" dirty="0"/>
              <a:t>Presentation title </a:t>
            </a:r>
            <a:br>
              <a:rPr lang="en-US" dirty="0"/>
            </a:br>
            <a:r>
              <a:rPr lang="en-US" dirty="0"/>
              <a:t>goes here</a:t>
            </a:r>
            <a:endParaRPr lang="en-AU" dirty="0"/>
          </a:p>
        </p:txBody>
      </p:sp>
      <p:sp>
        <p:nvSpPr>
          <p:cNvPr id="12" name="Text Placeholder 6">
            <a:extLst>
              <a:ext uri="{FF2B5EF4-FFF2-40B4-BE49-F238E27FC236}">
                <a16:creationId xmlns:a16="http://schemas.microsoft.com/office/drawing/2014/main" id="{C6E3F5D4-36F8-373D-D701-0FF8D3E69076}"/>
              </a:ext>
            </a:extLst>
          </p:cNvPr>
          <p:cNvSpPr>
            <a:spLocks noGrp="1"/>
          </p:cNvSpPr>
          <p:nvPr>
            <p:ph type="body" sz="quarter" idx="10" hasCustomPrompt="1"/>
          </p:nvPr>
        </p:nvSpPr>
        <p:spPr>
          <a:xfrm>
            <a:off x="499203" y="4293096"/>
            <a:ext cx="4660694" cy="644057"/>
          </a:xfrm>
          <a:prstGeom prst="rect">
            <a:avLst/>
          </a:prstGeom>
        </p:spPr>
        <p:txBody>
          <a:bodyPr vert="horz" wrap="square" lIns="0" tIns="0" rIns="0" bIns="0" rtlCol="0" anchor="t">
            <a:noAutofit/>
          </a:bodyPr>
          <a:lstStyle>
            <a:lvl1pPr>
              <a:defRPr lang="en-US" sz="1800" b="1" spc="0" baseline="0" dirty="0">
                <a:solidFill>
                  <a:schemeClr val="accent1"/>
                </a:solidFill>
                <a:latin typeface="+mn-lt"/>
                <a:ea typeface="+mj-ea"/>
                <a:cs typeface="+mj-cs"/>
              </a:defRPr>
            </a:lvl1pPr>
          </a:lstStyle>
          <a:p>
            <a:pPr lvl="0">
              <a:lnSpc>
                <a:spcPct val="100000"/>
              </a:lnSpc>
              <a:spcBef>
                <a:spcPct val="0"/>
              </a:spcBef>
            </a:pPr>
            <a:r>
              <a:rPr lang="en-US" dirty="0"/>
              <a:t>Presentation subtitle goes </a:t>
            </a:r>
            <a:br>
              <a:rPr lang="en-US" dirty="0"/>
            </a:br>
            <a:r>
              <a:rPr lang="en-US" dirty="0"/>
              <a:t>here over two lines</a:t>
            </a:r>
          </a:p>
        </p:txBody>
      </p:sp>
      <p:sp>
        <p:nvSpPr>
          <p:cNvPr id="13" name="Text Placeholder 6">
            <a:extLst>
              <a:ext uri="{FF2B5EF4-FFF2-40B4-BE49-F238E27FC236}">
                <a16:creationId xmlns:a16="http://schemas.microsoft.com/office/drawing/2014/main" id="{5E099D4B-4E15-CEC1-3412-EB3731DC62EA}"/>
              </a:ext>
            </a:extLst>
          </p:cNvPr>
          <p:cNvSpPr>
            <a:spLocks noGrp="1"/>
          </p:cNvSpPr>
          <p:nvPr>
            <p:ph type="body" sz="quarter" idx="11" hasCustomPrompt="1"/>
          </p:nvPr>
        </p:nvSpPr>
        <p:spPr>
          <a:xfrm>
            <a:off x="499202" y="2138783"/>
            <a:ext cx="4660693" cy="498129"/>
          </a:xfrm>
          <a:prstGeom prst="rect">
            <a:avLst/>
          </a:prstGeom>
        </p:spPr>
        <p:txBody>
          <a:bodyPr vert="horz" wrap="square" lIns="0" tIns="0" rIns="0" bIns="0" rtlCol="0" anchor="b">
            <a:noAutofit/>
          </a:bodyPr>
          <a:lstStyle>
            <a:lvl1pPr>
              <a:defRPr lang="en-US" sz="1600" b="0" spc="0" baseline="0" dirty="0">
                <a:solidFill>
                  <a:schemeClr val="accent1"/>
                </a:solidFill>
                <a:latin typeface="+mn-lt"/>
                <a:ea typeface="+mj-ea"/>
                <a:cs typeface="+mj-cs"/>
              </a:defRPr>
            </a:lvl1pPr>
          </a:lstStyle>
          <a:p>
            <a:pPr lvl="0">
              <a:lnSpc>
                <a:spcPct val="100000"/>
              </a:lnSpc>
              <a:spcBef>
                <a:spcPct val="0"/>
              </a:spcBef>
            </a:pPr>
            <a:r>
              <a:rPr lang="en-US" dirty="0"/>
              <a:t>Insert entity name here </a:t>
            </a:r>
            <a:br>
              <a:rPr lang="en-US" dirty="0"/>
            </a:br>
            <a:r>
              <a:rPr lang="en-US" dirty="0"/>
              <a:t>over one or two lines</a:t>
            </a:r>
          </a:p>
        </p:txBody>
      </p:sp>
    </p:spTree>
    <p:extLst>
      <p:ext uri="{BB962C8B-B14F-4D97-AF65-F5344CB8AC3E}">
        <p14:creationId xmlns:p14="http://schemas.microsoft.com/office/powerpoint/2010/main" val="3697731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2">
    <p:spTree>
      <p:nvGrpSpPr>
        <p:cNvPr id="1" name=""/>
        <p:cNvGrpSpPr/>
        <p:nvPr/>
      </p:nvGrpSpPr>
      <p:grpSpPr>
        <a:xfrm>
          <a:off x="0" y="0"/>
          <a:ext cx="0" cy="0"/>
          <a:chOff x="0" y="0"/>
          <a:chExt cx="0" cy="0"/>
        </a:xfrm>
      </p:grpSpPr>
      <p:pic>
        <p:nvPicPr>
          <p:cNvPr id="4" name="Picture 3" descr="Purple and purple circles on a purple background&#10;&#10;AI-generated content may be incorrect.">
            <a:extLst>
              <a:ext uri="{FF2B5EF4-FFF2-40B4-BE49-F238E27FC236}">
                <a16:creationId xmlns:a16="http://schemas.microsoft.com/office/drawing/2014/main" id="{AA2200D0-D143-DCBA-A3D4-B712FCB5250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5" name="Title 1">
            <a:extLst>
              <a:ext uri="{FF2B5EF4-FFF2-40B4-BE49-F238E27FC236}">
                <a16:creationId xmlns:a16="http://schemas.microsoft.com/office/drawing/2014/main" id="{5CEF5EBB-02AF-4BB0-8215-ABDBBF0D02E0}"/>
              </a:ext>
            </a:extLst>
          </p:cNvPr>
          <p:cNvSpPr>
            <a:spLocks noGrp="1"/>
          </p:cNvSpPr>
          <p:nvPr>
            <p:ph type="title" hasCustomPrompt="1"/>
          </p:nvPr>
        </p:nvSpPr>
        <p:spPr>
          <a:xfrm>
            <a:off x="479425" y="1539976"/>
            <a:ext cx="7488238" cy="1096862"/>
          </a:xfrm>
        </p:spPr>
        <p:txBody>
          <a:bodyPr vert="horz" lIns="0" tIns="0" rIns="0" bIns="0" rtlCol="0" anchor="t">
            <a:noAutofit/>
          </a:bodyPr>
          <a:lstStyle>
            <a:lvl1pPr>
              <a:defRPr kumimoji="0" lang="en-AU" sz="4400" i="0" u="none" strike="noStrike" cap="none" spc="0" normalizeH="0" baseline="0" dirty="0">
                <a:ln>
                  <a:noFill/>
                </a:ln>
                <a:solidFill>
                  <a:schemeClr val="bg1"/>
                </a:solidFill>
                <a:effectLst/>
                <a:uLnTx/>
                <a:uFillTx/>
                <a:latin typeface="+mn-lt"/>
              </a:defRPr>
            </a:lvl1pPr>
          </a:lstStyle>
          <a:p>
            <a:pPr marL="0" marR="0" lvl="0" indent="0" fontAlgn="auto">
              <a:spcAft>
                <a:spcPts val="0"/>
              </a:spcAft>
              <a:buClrTx/>
              <a:buSzTx/>
              <a:buFontTx/>
              <a:tabLst/>
            </a:pPr>
            <a:r>
              <a:rPr lang="en-US" dirty="0"/>
              <a:t>Presentation title </a:t>
            </a:r>
            <a:br>
              <a:rPr lang="en-US" dirty="0"/>
            </a:br>
            <a:r>
              <a:rPr lang="en-US" dirty="0"/>
              <a:t>goes here</a:t>
            </a:r>
            <a:endParaRPr lang="en-AU" dirty="0"/>
          </a:p>
        </p:txBody>
      </p:sp>
      <p:sp>
        <p:nvSpPr>
          <p:cNvPr id="16" name="Text Placeholder 6">
            <a:extLst>
              <a:ext uri="{FF2B5EF4-FFF2-40B4-BE49-F238E27FC236}">
                <a16:creationId xmlns:a16="http://schemas.microsoft.com/office/drawing/2014/main" id="{B0C04C2E-5E9B-4744-BB83-74543AFA907D}"/>
              </a:ext>
            </a:extLst>
          </p:cNvPr>
          <p:cNvSpPr>
            <a:spLocks noGrp="1"/>
          </p:cNvSpPr>
          <p:nvPr>
            <p:ph type="body" sz="quarter" idx="10" hasCustomPrompt="1"/>
          </p:nvPr>
        </p:nvSpPr>
        <p:spPr>
          <a:xfrm>
            <a:off x="479425" y="3216991"/>
            <a:ext cx="7488238" cy="644057"/>
          </a:xfrm>
          <a:prstGeom prst="rect">
            <a:avLst/>
          </a:prstGeom>
        </p:spPr>
        <p:txBody>
          <a:bodyPr vert="horz" wrap="square" lIns="0" tIns="0" rIns="0" bIns="0" rtlCol="0" anchor="t">
            <a:noAutofit/>
          </a:bodyPr>
          <a:lstStyle>
            <a:lvl1pPr>
              <a:defRPr lang="en-US" sz="1800" b="1" spc="0" baseline="0" dirty="0">
                <a:solidFill>
                  <a:schemeClr val="bg1"/>
                </a:solidFill>
                <a:latin typeface="+mn-lt"/>
                <a:ea typeface="+mj-ea"/>
                <a:cs typeface="+mj-cs"/>
              </a:defRPr>
            </a:lvl1pPr>
          </a:lstStyle>
          <a:p>
            <a:pPr lvl="0">
              <a:lnSpc>
                <a:spcPct val="100000"/>
              </a:lnSpc>
              <a:spcBef>
                <a:spcPct val="0"/>
              </a:spcBef>
            </a:pPr>
            <a:r>
              <a:rPr lang="en-US" dirty="0"/>
              <a:t>Presentation subtitle goes </a:t>
            </a:r>
            <a:br>
              <a:rPr lang="en-US" dirty="0"/>
            </a:br>
            <a:r>
              <a:rPr lang="en-US" dirty="0"/>
              <a:t>here over two lines</a:t>
            </a:r>
          </a:p>
        </p:txBody>
      </p:sp>
      <p:pic>
        <p:nvPicPr>
          <p:cNvPr id="3" name="Picture 2">
            <a:extLst>
              <a:ext uri="{FF2B5EF4-FFF2-40B4-BE49-F238E27FC236}">
                <a16:creationId xmlns:a16="http://schemas.microsoft.com/office/drawing/2014/main" id="{817F9C90-1B55-A440-3671-71EC9ADE53E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128448" y="476250"/>
            <a:ext cx="1584127" cy="415356"/>
          </a:xfrm>
          <a:prstGeom prst="rect">
            <a:avLst/>
          </a:prstGeom>
        </p:spPr>
      </p:pic>
      <p:sp>
        <p:nvSpPr>
          <p:cNvPr id="8" name="Text Placeholder 6">
            <a:extLst>
              <a:ext uri="{FF2B5EF4-FFF2-40B4-BE49-F238E27FC236}">
                <a16:creationId xmlns:a16="http://schemas.microsoft.com/office/drawing/2014/main" id="{8AD11661-531B-4B30-7473-B472BB0D2EAA}"/>
              </a:ext>
            </a:extLst>
          </p:cNvPr>
          <p:cNvSpPr>
            <a:spLocks noGrp="1"/>
          </p:cNvSpPr>
          <p:nvPr>
            <p:ph type="body" sz="quarter" idx="11" hasCustomPrompt="1"/>
          </p:nvPr>
        </p:nvSpPr>
        <p:spPr>
          <a:xfrm>
            <a:off x="479425" y="461694"/>
            <a:ext cx="3744913" cy="375018"/>
          </a:xfrm>
          <a:prstGeom prst="rect">
            <a:avLst/>
          </a:prstGeom>
        </p:spPr>
        <p:txBody>
          <a:bodyPr vert="horz" wrap="square" lIns="0" tIns="0" rIns="0" bIns="0" rtlCol="0" anchor="t">
            <a:noAutofit/>
          </a:bodyPr>
          <a:lstStyle>
            <a:lvl1pPr>
              <a:defRPr lang="en-US" sz="1200" b="0" spc="0" baseline="0" dirty="0">
                <a:solidFill>
                  <a:schemeClr val="bg1"/>
                </a:solidFill>
                <a:latin typeface="+mn-lt"/>
                <a:ea typeface="+mj-ea"/>
                <a:cs typeface="+mj-cs"/>
              </a:defRPr>
            </a:lvl1pPr>
          </a:lstStyle>
          <a:p>
            <a:pPr lvl="0">
              <a:lnSpc>
                <a:spcPct val="100000"/>
              </a:lnSpc>
              <a:spcBef>
                <a:spcPct val="0"/>
              </a:spcBef>
            </a:pPr>
            <a:r>
              <a:rPr lang="en-US" dirty="0"/>
              <a:t>Insert entity name here </a:t>
            </a:r>
            <a:br>
              <a:rPr lang="en-US" dirty="0"/>
            </a:br>
            <a:r>
              <a:rPr lang="en-US" dirty="0"/>
              <a:t>over one or two lines</a:t>
            </a:r>
          </a:p>
        </p:txBody>
      </p:sp>
    </p:spTree>
    <p:extLst>
      <p:ext uri="{BB962C8B-B14F-4D97-AF65-F5344CB8AC3E}">
        <p14:creationId xmlns:p14="http://schemas.microsoft.com/office/powerpoint/2010/main" val="2480090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3">
    <p:bg>
      <p:bgPr>
        <a:solidFill>
          <a:schemeClr val="bg1"/>
        </a:solidFill>
        <a:effectLst/>
      </p:bgPr>
    </p:bg>
    <p:spTree>
      <p:nvGrpSpPr>
        <p:cNvPr id="1" name=""/>
        <p:cNvGrpSpPr/>
        <p:nvPr/>
      </p:nvGrpSpPr>
      <p:grpSpPr>
        <a:xfrm>
          <a:off x="0" y="0"/>
          <a:ext cx="0" cy="0"/>
          <a:chOff x="0" y="0"/>
          <a:chExt cx="0" cy="0"/>
        </a:xfrm>
      </p:grpSpPr>
      <p:pic>
        <p:nvPicPr>
          <p:cNvPr id="8" name="Picture 7" descr="A purple and pink gradient&#10;&#10;AI-generated content may be incorrect.">
            <a:extLst>
              <a:ext uri="{FF2B5EF4-FFF2-40B4-BE49-F238E27FC236}">
                <a16:creationId xmlns:a16="http://schemas.microsoft.com/office/drawing/2014/main" id="{9148998B-84C7-00BD-220C-CC9050D4973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730"/>
            <a:ext cx="12192000" cy="6858000"/>
          </a:xfrm>
          <a:prstGeom prst="rect">
            <a:avLst/>
          </a:prstGeom>
        </p:spPr>
      </p:pic>
      <p:sp>
        <p:nvSpPr>
          <p:cNvPr id="3" name="Title 1">
            <a:extLst>
              <a:ext uri="{FF2B5EF4-FFF2-40B4-BE49-F238E27FC236}">
                <a16:creationId xmlns:a16="http://schemas.microsoft.com/office/drawing/2014/main" id="{19E832F7-051D-8941-BEFC-BA3C9EFE10CA}"/>
              </a:ext>
            </a:extLst>
          </p:cNvPr>
          <p:cNvSpPr>
            <a:spLocks noGrp="1"/>
          </p:cNvSpPr>
          <p:nvPr>
            <p:ph type="title" hasCustomPrompt="1"/>
          </p:nvPr>
        </p:nvSpPr>
        <p:spPr>
          <a:xfrm>
            <a:off x="499203" y="2880569"/>
            <a:ext cx="4228645" cy="1096862"/>
          </a:xfrm>
        </p:spPr>
        <p:txBody>
          <a:bodyPr vert="horz" lIns="0" tIns="0" rIns="0" bIns="0" rtlCol="0" anchor="t">
            <a:noAutofit/>
          </a:bodyPr>
          <a:lstStyle>
            <a:lvl1pPr>
              <a:defRPr kumimoji="0" lang="en-AU" sz="4400" i="0" u="none" strike="noStrike" cap="none" spc="0" normalizeH="0" baseline="0" dirty="0">
                <a:ln>
                  <a:noFill/>
                </a:ln>
                <a:solidFill>
                  <a:schemeClr val="bg1"/>
                </a:solidFill>
                <a:effectLst/>
                <a:uLnTx/>
                <a:uFillTx/>
                <a:latin typeface="+mn-lt"/>
              </a:defRPr>
            </a:lvl1pPr>
          </a:lstStyle>
          <a:p>
            <a:pPr marL="0" marR="0" lvl="0" indent="0" fontAlgn="auto">
              <a:spcAft>
                <a:spcPts val="0"/>
              </a:spcAft>
              <a:buClrTx/>
              <a:buSzTx/>
              <a:buFontTx/>
              <a:tabLst/>
            </a:pPr>
            <a:r>
              <a:rPr lang="en-US" dirty="0"/>
              <a:t>Presentation title </a:t>
            </a:r>
            <a:br>
              <a:rPr lang="en-US" dirty="0"/>
            </a:br>
            <a:r>
              <a:rPr lang="en-US" dirty="0"/>
              <a:t>goes here</a:t>
            </a:r>
            <a:endParaRPr lang="en-AU" dirty="0"/>
          </a:p>
        </p:txBody>
      </p:sp>
      <p:sp>
        <p:nvSpPr>
          <p:cNvPr id="4" name="Text Placeholder 6">
            <a:extLst>
              <a:ext uri="{FF2B5EF4-FFF2-40B4-BE49-F238E27FC236}">
                <a16:creationId xmlns:a16="http://schemas.microsoft.com/office/drawing/2014/main" id="{F8A46B0F-6D19-4504-BB7C-AD33C5953EDF}"/>
              </a:ext>
            </a:extLst>
          </p:cNvPr>
          <p:cNvSpPr>
            <a:spLocks noGrp="1"/>
          </p:cNvSpPr>
          <p:nvPr>
            <p:ph type="body" sz="quarter" idx="10" hasCustomPrompt="1"/>
          </p:nvPr>
        </p:nvSpPr>
        <p:spPr>
          <a:xfrm>
            <a:off x="499203" y="4365104"/>
            <a:ext cx="4228645" cy="644057"/>
          </a:xfrm>
          <a:prstGeom prst="rect">
            <a:avLst/>
          </a:prstGeom>
        </p:spPr>
        <p:txBody>
          <a:bodyPr vert="horz" wrap="square" lIns="0" tIns="0" rIns="0" bIns="0" rtlCol="0" anchor="t">
            <a:noAutofit/>
          </a:bodyPr>
          <a:lstStyle>
            <a:lvl1pPr>
              <a:defRPr lang="en-US" sz="1800" b="1" spc="0" baseline="0" dirty="0">
                <a:solidFill>
                  <a:schemeClr val="bg1"/>
                </a:solidFill>
                <a:latin typeface="+mn-lt"/>
                <a:ea typeface="+mj-ea"/>
                <a:cs typeface="+mj-cs"/>
              </a:defRPr>
            </a:lvl1pPr>
          </a:lstStyle>
          <a:p>
            <a:pPr lvl="0">
              <a:lnSpc>
                <a:spcPct val="100000"/>
              </a:lnSpc>
              <a:spcBef>
                <a:spcPct val="0"/>
              </a:spcBef>
            </a:pPr>
            <a:r>
              <a:rPr lang="en-US" dirty="0"/>
              <a:t>Presentation subtitle goes </a:t>
            </a:r>
            <a:br>
              <a:rPr lang="en-US" dirty="0"/>
            </a:br>
            <a:r>
              <a:rPr lang="en-US" dirty="0"/>
              <a:t>here over two lines</a:t>
            </a:r>
          </a:p>
        </p:txBody>
      </p:sp>
      <p:sp>
        <p:nvSpPr>
          <p:cNvPr id="6" name="Text Placeholder 6">
            <a:extLst>
              <a:ext uri="{FF2B5EF4-FFF2-40B4-BE49-F238E27FC236}">
                <a16:creationId xmlns:a16="http://schemas.microsoft.com/office/drawing/2014/main" id="{6DA8C480-5E98-C233-4D6F-1C16AE04E20E}"/>
              </a:ext>
            </a:extLst>
          </p:cNvPr>
          <p:cNvSpPr>
            <a:spLocks noGrp="1"/>
          </p:cNvSpPr>
          <p:nvPr>
            <p:ph type="body" sz="quarter" idx="11" hasCustomPrompt="1"/>
          </p:nvPr>
        </p:nvSpPr>
        <p:spPr>
          <a:xfrm>
            <a:off x="499203" y="1985159"/>
            <a:ext cx="4199908" cy="498129"/>
          </a:xfrm>
          <a:prstGeom prst="rect">
            <a:avLst/>
          </a:prstGeom>
        </p:spPr>
        <p:txBody>
          <a:bodyPr vert="horz" wrap="square" lIns="0" tIns="0" rIns="0" bIns="0" rtlCol="0" anchor="b">
            <a:noAutofit/>
          </a:bodyPr>
          <a:lstStyle>
            <a:lvl1pPr>
              <a:defRPr lang="en-US" sz="1600" b="0" spc="0" baseline="0" dirty="0">
                <a:solidFill>
                  <a:schemeClr val="bg1"/>
                </a:solidFill>
                <a:latin typeface="+mn-lt"/>
                <a:ea typeface="+mj-ea"/>
                <a:cs typeface="+mj-cs"/>
              </a:defRPr>
            </a:lvl1pPr>
          </a:lstStyle>
          <a:p>
            <a:pPr lvl="0">
              <a:lnSpc>
                <a:spcPct val="100000"/>
              </a:lnSpc>
              <a:spcBef>
                <a:spcPct val="0"/>
              </a:spcBef>
            </a:pPr>
            <a:r>
              <a:rPr lang="en-US" dirty="0"/>
              <a:t>Insert entity name here </a:t>
            </a:r>
            <a:br>
              <a:rPr lang="en-US" dirty="0"/>
            </a:br>
            <a:r>
              <a:rPr lang="en-US" dirty="0"/>
              <a:t>over one or two lines</a:t>
            </a:r>
          </a:p>
        </p:txBody>
      </p:sp>
      <p:pic>
        <p:nvPicPr>
          <p:cNvPr id="11" name="Picture 10">
            <a:extLst>
              <a:ext uri="{FF2B5EF4-FFF2-40B4-BE49-F238E27FC236}">
                <a16:creationId xmlns:a16="http://schemas.microsoft.com/office/drawing/2014/main" id="{935EFEBA-1D32-4499-C65C-D81E28CD37C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85411" y="476250"/>
            <a:ext cx="1584127" cy="415356"/>
          </a:xfrm>
          <a:prstGeom prst="rect">
            <a:avLst/>
          </a:prstGeom>
        </p:spPr>
      </p:pic>
      <p:sp>
        <p:nvSpPr>
          <p:cNvPr id="22" name="Picture Placeholder 21">
            <a:extLst>
              <a:ext uri="{FF2B5EF4-FFF2-40B4-BE49-F238E27FC236}">
                <a16:creationId xmlns:a16="http://schemas.microsoft.com/office/drawing/2014/main" id="{41C16364-654B-057D-C4FF-2A0477FFA33A}"/>
              </a:ext>
            </a:extLst>
          </p:cNvPr>
          <p:cNvSpPr>
            <a:spLocks noGrp="1"/>
          </p:cNvSpPr>
          <p:nvPr>
            <p:ph type="pic" sz="quarter" idx="12"/>
          </p:nvPr>
        </p:nvSpPr>
        <p:spPr>
          <a:xfrm>
            <a:off x="5336318" y="1"/>
            <a:ext cx="6856415" cy="6858003"/>
          </a:xfrm>
          <a:custGeom>
            <a:avLst/>
            <a:gdLst>
              <a:gd name="csX0" fmla="*/ 0 w 6856415"/>
              <a:gd name="csY0" fmla="*/ 0 h 6858003"/>
              <a:gd name="csX1" fmla="*/ 6856415 w 6856415"/>
              <a:gd name="csY1" fmla="*/ 0 h 6858003"/>
              <a:gd name="csX2" fmla="*/ 6856415 w 6856415"/>
              <a:gd name="csY2" fmla="*/ 2914345 h 6858003"/>
              <a:gd name="csX3" fmla="*/ 3475968 w 6856415"/>
              <a:gd name="csY3" fmla="*/ 6842391 h 6858003"/>
              <a:gd name="csX4" fmla="*/ 3425606 w 6856415"/>
              <a:gd name="csY4" fmla="*/ 6858003 h 6858003"/>
              <a:gd name="csX5" fmla="*/ 3375244 w 6856415"/>
              <a:gd name="csY5" fmla="*/ 6842183 h 6858003"/>
              <a:gd name="csX6" fmla="*/ 0 w 6856415"/>
              <a:gd name="csY6" fmla="*/ 2914345 h 685800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856415" h="6858003">
                <a:moveTo>
                  <a:pt x="0" y="0"/>
                </a:moveTo>
                <a:lnTo>
                  <a:pt x="6856415" y="0"/>
                </a:lnTo>
                <a:lnTo>
                  <a:pt x="6856415" y="2914345"/>
                </a:lnTo>
                <a:cubicBezTo>
                  <a:pt x="6856415" y="4578940"/>
                  <a:pt x="5434645" y="6230838"/>
                  <a:pt x="3475968" y="6842391"/>
                </a:cubicBezTo>
                <a:lnTo>
                  <a:pt x="3425606" y="6858003"/>
                </a:lnTo>
                <a:lnTo>
                  <a:pt x="3375244" y="6842183"/>
                </a:lnTo>
                <a:cubicBezTo>
                  <a:pt x="1419479" y="6230006"/>
                  <a:pt x="0" y="4578108"/>
                  <a:pt x="0" y="2914345"/>
                </a:cubicBezTo>
                <a:close/>
              </a:path>
            </a:pathLst>
          </a:custGeom>
          <a:solidFill>
            <a:schemeClr val="bg2"/>
          </a:solidFill>
        </p:spPr>
        <p:txBody>
          <a:bodyPr wrap="square">
            <a:noAutofit/>
          </a:bodyPr>
          <a:lstStyle/>
          <a:p>
            <a:r>
              <a:rPr lang="en-GB"/>
              <a:t>Click icon to add picture</a:t>
            </a:r>
            <a:endParaRPr lang="en-US"/>
          </a:p>
        </p:txBody>
      </p:sp>
    </p:spTree>
    <p:extLst>
      <p:ext uri="{BB962C8B-B14F-4D97-AF65-F5344CB8AC3E}">
        <p14:creationId xmlns:p14="http://schemas.microsoft.com/office/powerpoint/2010/main" val="71304388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ntents 1">
    <p:bg>
      <p:bgPr>
        <a:gradFill flip="none" rotWithShape="1">
          <a:gsLst>
            <a:gs pos="38000">
              <a:schemeClr val="accent1"/>
            </a:gs>
            <a:gs pos="0">
              <a:schemeClr val="accent2"/>
            </a:gs>
          </a:gsLst>
          <a:lin ang="2700000" scaled="1"/>
          <a:tileRect/>
        </a:gradFill>
        <a:effectLst/>
      </p:bgPr>
    </p:bg>
    <p:spTree>
      <p:nvGrpSpPr>
        <p:cNvPr id="1" name=""/>
        <p:cNvGrpSpPr/>
        <p:nvPr/>
      </p:nvGrpSpPr>
      <p:grpSpPr>
        <a:xfrm>
          <a:off x="0" y="0"/>
          <a:ext cx="0" cy="0"/>
          <a:chOff x="0" y="0"/>
          <a:chExt cx="0" cy="0"/>
        </a:xfrm>
      </p:grpSpPr>
      <p:sp>
        <p:nvSpPr>
          <p:cNvPr id="22" name="Text Placeholder 20">
            <a:extLst>
              <a:ext uri="{FF2B5EF4-FFF2-40B4-BE49-F238E27FC236}">
                <a16:creationId xmlns:a16="http://schemas.microsoft.com/office/drawing/2014/main" id="{6D75C5FE-6A47-48B9-A0B4-91C77A88F005}"/>
              </a:ext>
            </a:extLst>
          </p:cNvPr>
          <p:cNvSpPr>
            <a:spLocks noGrp="1"/>
          </p:cNvSpPr>
          <p:nvPr>
            <p:ph type="body" sz="quarter" idx="15" hasCustomPrompt="1"/>
          </p:nvPr>
        </p:nvSpPr>
        <p:spPr>
          <a:xfrm>
            <a:off x="479425" y="3042035"/>
            <a:ext cx="3585600" cy="7200"/>
          </a:xfrm>
          <a:prstGeom prst="rect">
            <a:avLst/>
          </a:prstGeom>
          <a:solidFill>
            <a:schemeClr val="bg1"/>
          </a:solidFill>
        </p:spPr>
        <p:txBody>
          <a:bodyPr/>
          <a:lstStyle>
            <a:lvl1pPr>
              <a:defRPr>
                <a:latin typeface="+mn-lt"/>
              </a:defRPr>
            </a:lvl1pPr>
          </a:lstStyle>
          <a:p>
            <a:pPr lvl="0"/>
            <a:r>
              <a:rPr lang="en-US" dirty="0"/>
              <a:t> </a:t>
            </a:r>
            <a:endParaRPr lang="en-AU" dirty="0"/>
          </a:p>
        </p:txBody>
      </p:sp>
      <p:sp>
        <p:nvSpPr>
          <p:cNvPr id="7" name="Title 3">
            <a:extLst>
              <a:ext uri="{FF2B5EF4-FFF2-40B4-BE49-F238E27FC236}">
                <a16:creationId xmlns:a16="http://schemas.microsoft.com/office/drawing/2014/main" id="{59260399-596A-9C24-223D-E3272F9134F0}"/>
              </a:ext>
            </a:extLst>
          </p:cNvPr>
          <p:cNvSpPr>
            <a:spLocks noGrp="1"/>
          </p:cNvSpPr>
          <p:nvPr>
            <p:ph type="title" hasCustomPrompt="1"/>
          </p:nvPr>
        </p:nvSpPr>
        <p:spPr>
          <a:xfrm>
            <a:off x="479425" y="895344"/>
            <a:ext cx="6814219" cy="469056"/>
          </a:xfrm>
        </p:spPr>
        <p:txBody>
          <a:bodyPr/>
          <a:lstStyle>
            <a:lvl1pPr>
              <a:defRPr sz="3600">
                <a:solidFill>
                  <a:schemeClr val="bg1"/>
                </a:solidFill>
              </a:defRPr>
            </a:lvl1pPr>
          </a:lstStyle>
          <a:p>
            <a:r>
              <a:rPr lang="en-GB" dirty="0"/>
              <a:t>Contents</a:t>
            </a:r>
            <a:endParaRPr lang="en-AU" dirty="0"/>
          </a:p>
        </p:txBody>
      </p:sp>
      <p:pic>
        <p:nvPicPr>
          <p:cNvPr id="8" name="Picture 7">
            <a:extLst>
              <a:ext uri="{FF2B5EF4-FFF2-40B4-BE49-F238E27FC236}">
                <a16:creationId xmlns:a16="http://schemas.microsoft.com/office/drawing/2014/main" id="{87C847FA-1991-B5DE-D0B8-B130ED59C9B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28448" y="476250"/>
            <a:ext cx="1584127" cy="415356"/>
          </a:xfrm>
          <a:prstGeom prst="rect">
            <a:avLst/>
          </a:prstGeom>
        </p:spPr>
      </p:pic>
      <p:sp>
        <p:nvSpPr>
          <p:cNvPr id="9" name="Footer Placeholder 2">
            <a:extLst>
              <a:ext uri="{FF2B5EF4-FFF2-40B4-BE49-F238E27FC236}">
                <a16:creationId xmlns:a16="http://schemas.microsoft.com/office/drawing/2014/main" id="{ED20FD1A-D07E-976E-EE58-6C1854E04D34}"/>
              </a:ext>
            </a:extLst>
          </p:cNvPr>
          <p:cNvSpPr>
            <a:spLocks noGrp="1"/>
          </p:cNvSpPr>
          <p:nvPr>
            <p:ph type="ftr" sz="quarter" idx="10"/>
          </p:nvPr>
        </p:nvSpPr>
        <p:spPr>
          <a:xfrm>
            <a:off x="479425" y="6381750"/>
            <a:ext cx="3744913" cy="476250"/>
          </a:xfrm>
        </p:spPr>
        <p:txBody>
          <a:bodyPr/>
          <a:lstStyle>
            <a:lvl1pPr>
              <a:defRPr b="0">
                <a:solidFill>
                  <a:schemeClr val="bg1"/>
                </a:solidFill>
              </a:defRPr>
            </a:lvl1pPr>
          </a:lstStyle>
          <a:p>
            <a:endParaRPr lang="en-AU" dirty="0"/>
          </a:p>
        </p:txBody>
      </p:sp>
      <p:sp>
        <p:nvSpPr>
          <p:cNvPr id="10" name="Slide Number Placeholder 3">
            <a:extLst>
              <a:ext uri="{FF2B5EF4-FFF2-40B4-BE49-F238E27FC236}">
                <a16:creationId xmlns:a16="http://schemas.microsoft.com/office/drawing/2014/main" id="{6EFADAFC-35C0-7FF8-7AEC-AA9470906608}"/>
              </a:ext>
            </a:extLst>
          </p:cNvPr>
          <p:cNvSpPr>
            <a:spLocks noGrp="1"/>
          </p:cNvSpPr>
          <p:nvPr>
            <p:ph type="sldNum" sz="quarter" idx="11"/>
          </p:nvPr>
        </p:nvSpPr>
        <p:spPr>
          <a:xfrm>
            <a:off x="11208567" y="6381750"/>
            <a:ext cx="504007" cy="476250"/>
          </a:xfrm>
        </p:spPr>
        <p:txBody>
          <a:bodyPr/>
          <a:lstStyle>
            <a:lvl1pPr>
              <a:defRPr>
                <a:solidFill>
                  <a:schemeClr val="bg1"/>
                </a:solidFill>
              </a:defRPr>
            </a:lvl1pPr>
          </a:lstStyle>
          <a:p>
            <a:fld id="{E917DE0E-AFB1-41FD-BC35-27DB61CA125F}" type="slidenum">
              <a:rPr lang="en-AU" smtClean="0"/>
              <a:pPr/>
              <a:t>‹#›</a:t>
            </a:fld>
            <a:endParaRPr lang="en-AU" dirty="0"/>
          </a:p>
        </p:txBody>
      </p:sp>
      <p:sp>
        <p:nvSpPr>
          <p:cNvPr id="12" name="Text Placeholder 20">
            <a:extLst>
              <a:ext uri="{FF2B5EF4-FFF2-40B4-BE49-F238E27FC236}">
                <a16:creationId xmlns:a16="http://schemas.microsoft.com/office/drawing/2014/main" id="{3511A177-3064-9265-EA29-DEC181F5803C}"/>
              </a:ext>
            </a:extLst>
          </p:cNvPr>
          <p:cNvSpPr>
            <a:spLocks noGrp="1"/>
          </p:cNvSpPr>
          <p:nvPr>
            <p:ph type="body" sz="quarter" idx="47" hasCustomPrompt="1"/>
          </p:nvPr>
        </p:nvSpPr>
        <p:spPr>
          <a:xfrm>
            <a:off x="8126974" y="3042035"/>
            <a:ext cx="3585600" cy="7200"/>
          </a:xfrm>
          <a:prstGeom prst="rect">
            <a:avLst/>
          </a:prstGeom>
          <a:solidFill>
            <a:schemeClr val="bg1"/>
          </a:solidFill>
        </p:spPr>
        <p:txBody>
          <a:bodyPr/>
          <a:lstStyle>
            <a:lvl1pPr>
              <a:defRPr>
                <a:latin typeface="+mn-lt"/>
              </a:defRPr>
            </a:lvl1pPr>
          </a:lstStyle>
          <a:p>
            <a:pPr lvl="0"/>
            <a:r>
              <a:rPr lang="en-US" dirty="0"/>
              <a:t> </a:t>
            </a:r>
            <a:endParaRPr lang="en-AU" dirty="0"/>
          </a:p>
        </p:txBody>
      </p:sp>
      <p:sp>
        <p:nvSpPr>
          <p:cNvPr id="13" name="Text Placeholder 20">
            <a:extLst>
              <a:ext uri="{FF2B5EF4-FFF2-40B4-BE49-F238E27FC236}">
                <a16:creationId xmlns:a16="http://schemas.microsoft.com/office/drawing/2014/main" id="{DFDD0B3A-4305-B55A-4748-3C6086E3731D}"/>
              </a:ext>
            </a:extLst>
          </p:cNvPr>
          <p:cNvSpPr>
            <a:spLocks noGrp="1"/>
          </p:cNvSpPr>
          <p:nvPr>
            <p:ph type="body" sz="quarter" idx="48" hasCustomPrompt="1"/>
          </p:nvPr>
        </p:nvSpPr>
        <p:spPr>
          <a:xfrm>
            <a:off x="4303199" y="3042035"/>
            <a:ext cx="3585600" cy="7200"/>
          </a:xfrm>
          <a:prstGeom prst="rect">
            <a:avLst/>
          </a:prstGeom>
          <a:solidFill>
            <a:schemeClr val="bg1"/>
          </a:solidFill>
        </p:spPr>
        <p:txBody>
          <a:bodyPr/>
          <a:lstStyle>
            <a:lvl1pPr>
              <a:defRPr>
                <a:latin typeface="+mn-lt"/>
              </a:defRPr>
            </a:lvl1pPr>
          </a:lstStyle>
          <a:p>
            <a:pPr lvl="0"/>
            <a:r>
              <a:rPr lang="en-US" dirty="0"/>
              <a:t> </a:t>
            </a:r>
            <a:endParaRPr lang="en-AU" dirty="0"/>
          </a:p>
        </p:txBody>
      </p:sp>
      <p:sp>
        <p:nvSpPr>
          <p:cNvPr id="51" name="Text Placeholder 50">
            <a:extLst>
              <a:ext uri="{FF2B5EF4-FFF2-40B4-BE49-F238E27FC236}">
                <a16:creationId xmlns:a16="http://schemas.microsoft.com/office/drawing/2014/main" id="{F83F5E66-EFB5-7C96-2B25-8050F9A74F9A}"/>
              </a:ext>
            </a:extLst>
          </p:cNvPr>
          <p:cNvSpPr>
            <a:spLocks noGrp="1"/>
          </p:cNvSpPr>
          <p:nvPr>
            <p:ph type="body" sz="quarter" idx="52" hasCustomPrompt="1"/>
          </p:nvPr>
        </p:nvSpPr>
        <p:spPr>
          <a:xfrm>
            <a:off x="479424" y="2388244"/>
            <a:ext cx="3585599" cy="232654"/>
          </a:xfrm>
        </p:spPr>
        <p:txBody>
          <a:bodyPr/>
          <a:lstStyle>
            <a:lvl1pPr>
              <a:defRPr sz="1800">
                <a:solidFill>
                  <a:schemeClr val="bg1"/>
                </a:solidFill>
              </a:defRPr>
            </a:lvl1pPr>
          </a:lstStyle>
          <a:p>
            <a:pPr lvl="0"/>
            <a:r>
              <a:rPr lang="en-GB" dirty="0"/>
              <a:t>Lorem ipsum</a:t>
            </a:r>
            <a:endParaRPr lang="en-US" dirty="0"/>
          </a:p>
        </p:txBody>
      </p:sp>
      <p:sp>
        <p:nvSpPr>
          <p:cNvPr id="55" name="Text Placeholder 50">
            <a:extLst>
              <a:ext uri="{FF2B5EF4-FFF2-40B4-BE49-F238E27FC236}">
                <a16:creationId xmlns:a16="http://schemas.microsoft.com/office/drawing/2014/main" id="{DB25363F-6960-462A-6024-058EE2DCF55E}"/>
              </a:ext>
            </a:extLst>
          </p:cNvPr>
          <p:cNvSpPr>
            <a:spLocks noGrp="1"/>
          </p:cNvSpPr>
          <p:nvPr>
            <p:ph type="body" sz="quarter" idx="53" hasCustomPrompt="1"/>
          </p:nvPr>
        </p:nvSpPr>
        <p:spPr>
          <a:xfrm>
            <a:off x="479424" y="1955898"/>
            <a:ext cx="3585599" cy="309894"/>
          </a:xfrm>
        </p:spPr>
        <p:txBody>
          <a:bodyPr/>
          <a:lstStyle>
            <a:lvl1pPr>
              <a:defRPr sz="2800" b="0">
                <a:solidFill>
                  <a:schemeClr val="bg1"/>
                </a:solidFill>
              </a:defRPr>
            </a:lvl1pPr>
          </a:lstStyle>
          <a:p>
            <a:pPr lvl="0"/>
            <a:r>
              <a:rPr lang="en-GB" dirty="0"/>
              <a:t>#</a:t>
            </a:r>
            <a:endParaRPr lang="en-US" dirty="0"/>
          </a:p>
        </p:txBody>
      </p:sp>
      <p:sp>
        <p:nvSpPr>
          <p:cNvPr id="56" name="Text Placeholder 50">
            <a:extLst>
              <a:ext uri="{FF2B5EF4-FFF2-40B4-BE49-F238E27FC236}">
                <a16:creationId xmlns:a16="http://schemas.microsoft.com/office/drawing/2014/main" id="{3D22C2E7-B324-D8E4-7D70-CBD7E813F5D8}"/>
              </a:ext>
            </a:extLst>
          </p:cNvPr>
          <p:cNvSpPr>
            <a:spLocks noGrp="1"/>
          </p:cNvSpPr>
          <p:nvPr>
            <p:ph type="body" sz="quarter" idx="54" hasCustomPrompt="1"/>
          </p:nvPr>
        </p:nvSpPr>
        <p:spPr>
          <a:xfrm>
            <a:off x="4303199" y="2388244"/>
            <a:ext cx="3585599" cy="232654"/>
          </a:xfrm>
        </p:spPr>
        <p:txBody>
          <a:bodyPr/>
          <a:lstStyle>
            <a:lvl1pPr>
              <a:defRPr sz="1800">
                <a:solidFill>
                  <a:schemeClr val="bg1"/>
                </a:solidFill>
              </a:defRPr>
            </a:lvl1pPr>
          </a:lstStyle>
          <a:p>
            <a:pPr lvl="0"/>
            <a:r>
              <a:rPr lang="en-GB" dirty="0"/>
              <a:t>Lorem ipsum</a:t>
            </a:r>
            <a:endParaRPr lang="en-US" dirty="0"/>
          </a:p>
        </p:txBody>
      </p:sp>
      <p:sp>
        <p:nvSpPr>
          <p:cNvPr id="57" name="Text Placeholder 50">
            <a:extLst>
              <a:ext uri="{FF2B5EF4-FFF2-40B4-BE49-F238E27FC236}">
                <a16:creationId xmlns:a16="http://schemas.microsoft.com/office/drawing/2014/main" id="{93F7F85B-A63E-916D-240E-C6BC4B813C42}"/>
              </a:ext>
            </a:extLst>
          </p:cNvPr>
          <p:cNvSpPr>
            <a:spLocks noGrp="1"/>
          </p:cNvSpPr>
          <p:nvPr>
            <p:ph type="body" sz="quarter" idx="55" hasCustomPrompt="1"/>
          </p:nvPr>
        </p:nvSpPr>
        <p:spPr>
          <a:xfrm>
            <a:off x="4303199" y="1955898"/>
            <a:ext cx="3585599" cy="309894"/>
          </a:xfrm>
        </p:spPr>
        <p:txBody>
          <a:bodyPr/>
          <a:lstStyle>
            <a:lvl1pPr>
              <a:defRPr sz="2800" b="0">
                <a:solidFill>
                  <a:schemeClr val="bg1"/>
                </a:solidFill>
              </a:defRPr>
            </a:lvl1pPr>
          </a:lstStyle>
          <a:p>
            <a:pPr lvl="0"/>
            <a:r>
              <a:rPr lang="en-GB" dirty="0"/>
              <a:t>#</a:t>
            </a:r>
            <a:endParaRPr lang="en-US" dirty="0"/>
          </a:p>
        </p:txBody>
      </p:sp>
      <p:sp>
        <p:nvSpPr>
          <p:cNvPr id="58" name="Text Placeholder 50">
            <a:extLst>
              <a:ext uri="{FF2B5EF4-FFF2-40B4-BE49-F238E27FC236}">
                <a16:creationId xmlns:a16="http://schemas.microsoft.com/office/drawing/2014/main" id="{A75FEC3F-4A08-4034-3C6E-FBDC1654944F}"/>
              </a:ext>
            </a:extLst>
          </p:cNvPr>
          <p:cNvSpPr>
            <a:spLocks noGrp="1"/>
          </p:cNvSpPr>
          <p:nvPr>
            <p:ph type="body" sz="quarter" idx="56" hasCustomPrompt="1"/>
          </p:nvPr>
        </p:nvSpPr>
        <p:spPr>
          <a:xfrm>
            <a:off x="8126974" y="2388244"/>
            <a:ext cx="3585599" cy="232654"/>
          </a:xfrm>
        </p:spPr>
        <p:txBody>
          <a:bodyPr/>
          <a:lstStyle>
            <a:lvl1pPr>
              <a:defRPr sz="1800">
                <a:solidFill>
                  <a:schemeClr val="bg1"/>
                </a:solidFill>
              </a:defRPr>
            </a:lvl1pPr>
          </a:lstStyle>
          <a:p>
            <a:pPr lvl="0"/>
            <a:r>
              <a:rPr lang="en-GB" dirty="0"/>
              <a:t>Lorem ipsum</a:t>
            </a:r>
            <a:endParaRPr lang="en-US" dirty="0"/>
          </a:p>
        </p:txBody>
      </p:sp>
      <p:sp>
        <p:nvSpPr>
          <p:cNvPr id="59" name="Text Placeholder 50">
            <a:extLst>
              <a:ext uri="{FF2B5EF4-FFF2-40B4-BE49-F238E27FC236}">
                <a16:creationId xmlns:a16="http://schemas.microsoft.com/office/drawing/2014/main" id="{613BB411-4D8A-51A3-FA0C-A818E3E03F80}"/>
              </a:ext>
            </a:extLst>
          </p:cNvPr>
          <p:cNvSpPr>
            <a:spLocks noGrp="1"/>
          </p:cNvSpPr>
          <p:nvPr>
            <p:ph type="body" sz="quarter" idx="57" hasCustomPrompt="1"/>
          </p:nvPr>
        </p:nvSpPr>
        <p:spPr>
          <a:xfrm>
            <a:off x="8126974" y="1955898"/>
            <a:ext cx="3585599" cy="309894"/>
          </a:xfrm>
        </p:spPr>
        <p:txBody>
          <a:bodyPr/>
          <a:lstStyle>
            <a:lvl1pPr>
              <a:defRPr sz="2800" b="0">
                <a:solidFill>
                  <a:schemeClr val="bg1"/>
                </a:solidFill>
              </a:defRPr>
            </a:lvl1pPr>
          </a:lstStyle>
          <a:p>
            <a:pPr lvl="0"/>
            <a:r>
              <a:rPr lang="en-GB" dirty="0"/>
              <a:t>#</a:t>
            </a:r>
            <a:endParaRPr lang="en-US" dirty="0"/>
          </a:p>
        </p:txBody>
      </p:sp>
      <p:sp>
        <p:nvSpPr>
          <p:cNvPr id="60" name="Text Placeholder 20">
            <a:extLst>
              <a:ext uri="{FF2B5EF4-FFF2-40B4-BE49-F238E27FC236}">
                <a16:creationId xmlns:a16="http://schemas.microsoft.com/office/drawing/2014/main" id="{98D33835-74AF-8A30-B9EE-9FDABEB6C9EA}"/>
              </a:ext>
            </a:extLst>
          </p:cNvPr>
          <p:cNvSpPr>
            <a:spLocks noGrp="1"/>
          </p:cNvSpPr>
          <p:nvPr>
            <p:ph type="body" sz="quarter" idx="58" hasCustomPrompt="1"/>
          </p:nvPr>
        </p:nvSpPr>
        <p:spPr>
          <a:xfrm>
            <a:off x="479425" y="4501920"/>
            <a:ext cx="3585600" cy="7200"/>
          </a:xfrm>
          <a:prstGeom prst="rect">
            <a:avLst/>
          </a:prstGeom>
          <a:solidFill>
            <a:schemeClr val="bg1"/>
          </a:solidFill>
        </p:spPr>
        <p:txBody>
          <a:bodyPr/>
          <a:lstStyle>
            <a:lvl1pPr>
              <a:defRPr>
                <a:latin typeface="+mn-lt"/>
              </a:defRPr>
            </a:lvl1pPr>
          </a:lstStyle>
          <a:p>
            <a:pPr lvl="0"/>
            <a:r>
              <a:rPr lang="en-US" dirty="0"/>
              <a:t> </a:t>
            </a:r>
            <a:endParaRPr lang="en-AU" dirty="0"/>
          </a:p>
        </p:txBody>
      </p:sp>
      <p:sp>
        <p:nvSpPr>
          <p:cNvPr id="61" name="Text Placeholder 20">
            <a:extLst>
              <a:ext uri="{FF2B5EF4-FFF2-40B4-BE49-F238E27FC236}">
                <a16:creationId xmlns:a16="http://schemas.microsoft.com/office/drawing/2014/main" id="{2D780CF7-9FFC-8427-F804-9606032B18B9}"/>
              </a:ext>
            </a:extLst>
          </p:cNvPr>
          <p:cNvSpPr>
            <a:spLocks noGrp="1"/>
          </p:cNvSpPr>
          <p:nvPr>
            <p:ph type="body" sz="quarter" idx="59" hasCustomPrompt="1"/>
          </p:nvPr>
        </p:nvSpPr>
        <p:spPr>
          <a:xfrm>
            <a:off x="8126974" y="4501920"/>
            <a:ext cx="3585600" cy="7200"/>
          </a:xfrm>
          <a:prstGeom prst="rect">
            <a:avLst/>
          </a:prstGeom>
          <a:solidFill>
            <a:schemeClr val="bg1"/>
          </a:solidFill>
        </p:spPr>
        <p:txBody>
          <a:bodyPr/>
          <a:lstStyle>
            <a:lvl1pPr>
              <a:defRPr>
                <a:latin typeface="+mn-lt"/>
              </a:defRPr>
            </a:lvl1pPr>
          </a:lstStyle>
          <a:p>
            <a:pPr lvl="0"/>
            <a:r>
              <a:rPr lang="en-US" dirty="0"/>
              <a:t> </a:t>
            </a:r>
            <a:endParaRPr lang="en-AU" dirty="0"/>
          </a:p>
        </p:txBody>
      </p:sp>
      <p:sp>
        <p:nvSpPr>
          <p:cNvPr id="62" name="Text Placeholder 20">
            <a:extLst>
              <a:ext uri="{FF2B5EF4-FFF2-40B4-BE49-F238E27FC236}">
                <a16:creationId xmlns:a16="http://schemas.microsoft.com/office/drawing/2014/main" id="{4035CACC-6326-0D5E-AB24-2AC017FBEE9C}"/>
              </a:ext>
            </a:extLst>
          </p:cNvPr>
          <p:cNvSpPr>
            <a:spLocks noGrp="1"/>
          </p:cNvSpPr>
          <p:nvPr>
            <p:ph type="body" sz="quarter" idx="60" hasCustomPrompt="1"/>
          </p:nvPr>
        </p:nvSpPr>
        <p:spPr>
          <a:xfrm>
            <a:off x="4303199" y="4501920"/>
            <a:ext cx="3585600" cy="7200"/>
          </a:xfrm>
          <a:prstGeom prst="rect">
            <a:avLst/>
          </a:prstGeom>
          <a:solidFill>
            <a:schemeClr val="bg1"/>
          </a:solidFill>
        </p:spPr>
        <p:txBody>
          <a:bodyPr/>
          <a:lstStyle>
            <a:lvl1pPr>
              <a:defRPr>
                <a:latin typeface="+mn-lt"/>
              </a:defRPr>
            </a:lvl1pPr>
          </a:lstStyle>
          <a:p>
            <a:pPr lvl="0"/>
            <a:r>
              <a:rPr lang="en-US" dirty="0"/>
              <a:t> </a:t>
            </a:r>
            <a:endParaRPr lang="en-AU" dirty="0"/>
          </a:p>
        </p:txBody>
      </p:sp>
      <p:sp>
        <p:nvSpPr>
          <p:cNvPr id="63" name="Text Placeholder 50">
            <a:extLst>
              <a:ext uri="{FF2B5EF4-FFF2-40B4-BE49-F238E27FC236}">
                <a16:creationId xmlns:a16="http://schemas.microsoft.com/office/drawing/2014/main" id="{C3E340EE-A2F0-1159-9329-5756F5F7BE5F}"/>
              </a:ext>
            </a:extLst>
          </p:cNvPr>
          <p:cNvSpPr>
            <a:spLocks noGrp="1"/>
          </p:cNvSpPr>
          <p:nvPr>
            <p:ph type="body" sz="quarter" idx="61" hasCustomPrompt="1"/>
          </p:nvPr>
        </p:nvSpPr>
        <p:spPr>
          <a:xfrm>
            <a:off x="479424" y="3877282"/>
            <a:ext cx="3585599" cy="232654"/>
          </a:xfrm>
        </p:spPr>
        <p:txBody>
          <a:bodyPr/>
          <a:lstStyle>
            <a:lvl1pPr>
              <a:defRPr sz="1800">
                <a:solidFill>
                  <a:schemeClr val="bg1"/>
                </a:solidFill>
              </a:defRPr>
            </a:lvl1pPr>
          </a:lstStyle>
          <a:p>
            <a:pPr lvl="0"/>
            <a:r>
              <a:rPr lang="en-GB" dirty="0"/>
              <a:t>Lorem ipsum</a:t>
            </a:r>
            <a:endParaRPr lang="en-US" dirty="0"/>
          </a:p>
        </p:txBody>
      </p:sp>
      <p:sp>
        <p:nvSpPr>
          <p:cNvPr id="64" name="Text Placeholder 50">
            <a:extLst>
              <a:ext uri="{FF2B5EF4-FFF2-40B4-BE49-F238E27FC236}">
                <a16:creationId xmlns:a16="http://schemas.microsoft.com/office/drawing/2014/main" id="{2BD0702A-F825-BAB6-1EA1-99964C0486F3}"/>
              </a:ext>
            </a:extLst>
          </p:cNvPr>
          <p:cNvSpPr>
            <a:spLocks noGrp="1"/>
          </p:cNvSpPr>
          <p:nvPr>
            <p:ph type="body" sz="quarter" idx="62" hasCustomPrompt="1"/>
          </p:nvPr>
        </p:nvSpPr>
        <p:spPr>
          <a:xfrm>
            <a:off x="479424" y="3444936"/>
            <a:ext cx="3585599" cy="309894"/>
          </a:xfrm>
        </p:spPr>
        <p:txBody>
          <a:bodyPr/>
          <a:lstStyle>
            <a:lvl1pPr>
              <a:defRPr sz="2800" b="0">
                <a:solidFill>
                  <a:schemeClr val="bg1"/>
                </a:solidFill>
              </a:defRPr>
            </a:lvl1pPr>
          </a:lstStyle>
          <a:p>
            <a:pPr lvl="0"/>
            <a:r>
              <a:rPr lang="en-GB" dirty="0"/>
              <a:t>#</a:t>
            </a:r>
            <a:endParaRPr lang="en-US" dirty="0"/>
          </a:p>
        </p:txBody>
      </p:sp>
      <p:sp>
        <p:nvSpPr>
          <p:cNvPr id="65" name="Text Placeholder 50">
            <a:extLst>
              <a:ext uri="{FF2B5EF4-FFF2-40B4-BE49-F238E27FC236}">
                <a16:creationId xmlns:a16="http://schemas.microsoft.com/office/drawing/2014/main" id="{BB198AFA-CC9D-5A32-C6D5-8EE55C48B6E4}"/>
              </a:ext>
            </a:extLst>
          </p:cNvPr>
          <p:cNvSpPr>
            <a:spLocks noGrp="1"/>
          </p:cNvSpPr>
          <p:nvPr>
            <p:ph type="body" sz="quarter" idx="63" hasCustomPrompt="1"/>
          </p:nvPr>
        </p:nvSpPr>
        <p:spPr>
          <a:xfrm>
            <a:off x="4303199" y="3877282"/>
            <a:ext cx="3585599" cy="232654"/>
          </a:xfrm>
        </p:spPr>
        <p:txBody>
          <a:bodyPr/>
          <a:lstStyle>
            <a:lvl1pPr>
              <a:defRPr sz="1800">
                <a:solidFill>
                  <a:schemeClr val="bg1"/>
                </a:solidFill>
              </a:defRPr>
            </a:lvl1pPr>
          </a:lstStyle>
          <a:p>
            <a:pPr lvl="0"/>
            <a:r>
              <a:rPr lang="en-GB" dirty="0"/>
              <a:t>Lorem ipsum</a:t>
            </a:r>
            <a:endParaRPr lang="en-US" dirty="0"/>
          </a:p>
        </p:txBody>
      </p:sp>
      <p:sp>
        <p:nvSpPr>
          <p:cNvPr id="66" name="Text Placeholder 50">
            <a:extLst>
              <a:ext uri="{FF2B5EF4-FFF2-40B4-BE49-F238E27FC236}">
                <a16:creationId xmlns:a16="http://schemas.microsoft.com/office/drawing/2014/main" id="{0A64674F-9532-C648-EA82-43BE721C8680}"/>
              </a:ext>
            </a:extLst>
          </p:cNvPr>
          <p:cNvSpPr>
            <a:spLocks noGrp="1"/>
          </p:cNvSpPr>
          <p:nvPr>
            <p:ph type="body" sz="quarter" idx="64" hasCustomPrompt="1"/>
          </p:nvPr>
        </p:nvSpPr>
        <p:spPr>
          <a:xfrm>
            <a:off x="4303199" y="3444936"/>
            <a:ext cx="3585599" cy="309894"/>
          </a:xfrm>
        </p:spPr>
        <p:txBody>
          <a:bodyPr/>
          <a:lstStyle>
            <a:lvl1pPr>
              <a:defRPr sz="2800" b="0">
                <a:solidFill>
                  <a:schemeClr val="bg1"/>
                </a:solidFill>
              </a:defRPr>
            </a:lvl1pPr>
          </a:lstStyle>
          <a:p>
            <a:pPr lvl="0"/>
            <a:r>
              <a:rPr lang="en-GB" dirty="0"/>
              <a:t>#</a:t>
            </a:r>
            <a:endParaRPr lang="en-US" dirty="0"/>
          </a:p>
        </p:txBody>
      </p:sp>
      <p:sp>
        <p:nvSpPr>
          <p:cNvPr id="67" name="Text Placeholder 50">
            <a:extLst>
              <a:ext uri="{FF2B5EF4-FFF2-40B4-BE49-F238E27FC236}">
                <a16:creationId xmlns:a16="http://schemas.microsoft.com/office/drawing/2014/main" id="{3310ED37-C52F-7262-0B80-E0D70DF28B12}"/>
              </a:ext>
            </a:extLst>
          </p:cNvPr>
          <p:cNvSpPr>
            <a:spLocks noGrp="1"/>
          </p:cNvSpPr>
          <p:nvPr>
            <p:ph type="body" sz="quarter" idx="65" hasCustomPrompt="1"/>
          </p:nvPr>
        </p:nvSpPr>
        <p:spPr>
          <a:xfrm>
            <a:off x="8126974" y="3877282"/>
            <a:ext cx="3585599" cy="232654"/>
          </a:xfrm>
        </p:spPr>
        <p:txBody>
          <a:bodyPr/>
          <a:lstStyle>
            <a:lvl1pPr>
              <a:defRPr sz="1800">
                <a:solidFill>
                  <a:schemeClr val="bg1"/>
                </a:solidFill>
              </a:defRPr>
            </a:lvl1pPr>
          </a:lstStyle>
          <a:p>
            <a:pPr lvl="0"/>
            <a:r>
              <a:rPr lang="en-GB" dirty="0"/>
              <a:t>Lorem ipsum</a:t>
            </a:r>
            <a:endParaRPr lang="en-US" dirty="0"/>
          </a:p>
        </p:txBody>
      </p:sp>
      <p:sp>
        <p:nvSpPr>
          <p:cNvPr id="68" name="Text Placeholder 50">
            <a:extLst>
              <a:ext uri="{FF2B5EF4-FFF2-40B4-BE49-F238E27FC236}">
                <a16:creationId xmlns:a16="http://schemas.microsoft.com/office/drawing/2014/main" id="{F2ABF0B6-6F3B-3D8A-C607-D1DD4DE7F424}"/>
              </a:ext>
            </a:extLst>
          </p:cNvPr>
          <p:cNvSpPr>
            <a:spLocks noGrp="1"/>
          </p:cNvSpPr>
          <p:nvPr>
            <p:ph type="body" sz="quarter" idx="66" hasCustomPrompt="1"/>
          </p:nvPr>
        </p:nvSpPr>
        <p:spPr>
          <a:xfrm>
            <a:off x="8126974" y="3444936"/>
            <a:ext cx="3585599" cy="309894"/>
          </a:xfrm>
        </p:spPr>
        <p:txBody>
          <a:bodyPr/>
          <a:lstStyle>
            <a:lvl1pPr>
              <a:defRPr sz="2800" b="0">
                <a:solidFill>
                  <a:schemeClr val="bg1"/>
                </a:solidFill>
              </a:defRPr>
            </a:lvl1pPr>
          </a:lstStyle>
          <a:p>
            <a:pPr lvl="0"/>
            <a:r>
              <a:rPr lang="en-GB" dirty="0"/>
              <a:t>#</a:t>
            </a:r>
            <a:endParaRPr lang="en-US" dirty="0"/>
          </a:p>
        </p:txBody>
      </p:sp>
      <p:sp>
        <p:nvSpPr>
          <p:cNvPr id="69" name="Text Placeholder 50">
            <a:extLst>
              <a:ext uri="{FF2B5EF4-FFF2-40B4-BE49-F238E27FC236}">
                <a16:creationId xmlns:a16="http://schemas.microsoft.com/office/drawing/2014/main" id="{258D4A9D-7F5A-B58B-F1C5-5FA54508EA34}"/>
              </a:ext>
            </a:extLst>
          </p:cNvPr>
          <p:cNvSpPr>
            <a:spLocks noGrp="1"/>
          </p:cNvSpPr>
          <p:nvPr>
            <p:ph type="body" sz="quarter" idx="67" hasCustomPrompt="1"/>
          </p:nvPr>
        </p:nvSpPr>
        <p:spPr>
          <a:xfrm>
            <a:off x="479424" y="5324342"/>
            <a:ext cx="3585599" cy="232654"/>
          </a:xfrm>
        </p:spPr>
        <p:txBody>
          <a:bodyPr/>
          <a:lstStyle>
            <a:lvl1pPr>
              <a:defRPr sz="1800">
                <a:solidFill>
                  <a:schemeClr val="bg1"/>
                </a:solidFill>
              </a:defRPr>
            </a:lvl1pPr>
          </a:lstStyle>
          <a:p>
            <a:pPr lvl="0"/>
            <a:r>
              <a:rPr lang="en-GB" dirty="0"/>
              <a:t>Lorem ipsum</a:t>
            </a:r>
            <a:endParaRPr lang="en-US" dirty="0"/>
          </a:p>
        </p:txBody>
      </p:sp>
      <p:sp>
        <p:nvSpPr>
          <p:cNvPr id="70" name="Text Placeholder 50">
            <a:extLst>
              <a:ext uri="{FF2B5EF4-FFF2-40B4-BE49-F238E27FC236}">
                <a16:creationId xmlns:a16="http://schemas.microsoft.com/office/drawing/2014/main" id="{41C82DD2-5FEE-DF74-B91A-08EA68F56179}"/>
              </a:ext>
            </a:extLst>
          </p:cNvPr>
          <p:cNvSpPr>
            <a:spLocks noGrp="1"/>
          </p:cNvSpPr>
          <p:nvPr>
            <p:ph type="body" sz="quarter" idx="68" hasCustomPrompt="1"/>
          </p:nvPr>
        </p:nvSpPr>
        <p:spPr>
          <a:xfrm>
            <a:off x="479424" y="4891996"/>
            <a:ext cx="3585599" cy="309894"/>
          </a:xfrm>
        </p:spPr>
        <p:txBody>
          <a:bodyPr/>
          <a:lstStyle>
            <a:lvl1pPr>
              <a:defRPr sz="2800" b="0">
                <a:solidFill>
                  <a:schemeClr val="bg1"/>
                </a:solidFill>
              </a:defRPr>
            </a:lvl1pPr>
          </a:lstStyle>
          <a:p>
            <a:pPr lvl="0"/>
            <a:r>
              <a:rPr lang="en-GB" dirty="0"/>
              <a:t>#</a:t>
            </a:r>
            <a:endParaRPr lang="en-US" dirty="0"/>
          </a:p>
        </p:txBody>
      </p:sp>
      <p:sp>
        <p:nvSpPr>
          <p:cNvPr id="71" name="Text Placeholder 50">
            <a:extLst>
              <a:ext uri="{FF2B5EF4-FFF2-40B4-BE49-F238E27FC236}">
                <a16:creationId xmlns:a16="http://schemas.microsoft.com/office/drawing/2014/main" id="{C419A681-6FA3-F318-75CB-2CA99437ED92}"/>
              </a:ext>
            </a:extLst>
          </p:cNvPr>
          <p:cNvSpPr>
            <a:spLocks noGrp="1"/>
          </p:cNvSpPr>
          <p:nvPr>
            <p:ph type="body" sz="quarter" idx="69" hasCustomPrompt="1"/>
          </p:nvPr>
        </p:nvSpPr>
        <p:spPr>
          <a:xfrm>
            <a:off x="4303199" y="5324342"/>
            <a:ext cx="3585599" cy="232654"/>
          </a:xfrm>
        </p:spPr>
        <p:txBody>
          <a:bodyPr/>
          <a:lstStyle>
            <a:lvl1pPr>
              <a:defRPr sz="1800">
                <a:solidFill>
                  <a:schemeClr val="bg1"/>
                </a:solidFill>
              </a:defRPr>
            </a:lvl1pPr>
          </a:lstStyle>
          <a:p>
            <a:pPr lvl="0"/>
            <a:r>
              <a:rPr lang="en-GB" dirty="0"/>
              <a:t>Lorem ipsum</a:t>
            </a:r>
            <a:endParaRPr lang="en-US" dirty="0"/>
          </a:p>
        </p:txBody>
      </p:sp>
      <p:sp>
        <p:nvSpPr>
          <p:cNvPr id="72" name="Text Placeholder 50">
            <a:extLst>
              <a:ext uri="{FF2B5EF4-FFF2-40B4-BE49-F238E27FC236}">
                <a16:creationId xmlns:a16="http://schemas.microsoft.com/office/drawing/2014/main" id="{213566ED-E0D9-DD79-95EA-43E7D8E00434}"/>
              </a:ext>
            </a:extLst>
          </p:cNvPr>
          <p:cNvSpPr>
            <a:spLocks noGrp="1"/>
          </p:cNvSpPr>
          <p:nvPr>
            <p:ph type="body" sz="quarter" idx="70" hasCustomPrompt="1"/>
          </p:nvPr>
        </p:nvSpPr>
        <p:spPr>
          <a:xfrm>
            <a:off x="4303199" y="4891996"/>
            <a:ext cx="3585599" cy="309894"/>
          </a:xfrm>
        </p:spPr>
        <p:txBody>
          <a:bodyPr/>
          <a:lstStyle>
            <a:lvl1pPr>
              <a:defRPr sz="2800" b="0">
                <a:solidFill>
                  <a:schemeClr val="bg1"/>
                </a:solidFill>
              </a:defRPr>
            </a:lvl1pPr>
          </a:lstStyle>
          <a:p>
            <a:pPr lvl="0"/>
            <a:r>
              <a:rPr lang="en-GB" dirty="0"/>
              <a:t>#</a:t>
            </a:r>
            <a:endParaRPr lang="en-US" dirty="0"/>
          </a:p>
        </p:txBody>
      </p:sp>
      <p:sp>
        <p:nvSpPr>
          <p:cNvPr id="73" name="Text Placeholder 50">
            <a:extLst>
              <a:ext uri="{FF2B5EF4-FFF2-40B4-BE49-F238E27FC236}">
                <a16:creationId xmlns:a16="http://schemas.microsoft.com/office/drawing/2014/main" id="{8164237E-900B-19D5-C46E-1A05AB248B13}"/>
              </a:ext>
            </a:extLst>
          </p:cNvPr>
          <p:cNvSpPr>
            <a:spLocks noGrp="1"/>
          </p:cNvSpPr>
          <p:nvPr>
            <p:ph type="body" sz="quarter" idx="71" hasCustomPrompt="1"/>
          </p:nvPr>
        </p:nvSpPr>
        <p:spPr>
          <a:xfrm>
            <a:off x="8126974" y="5324342"/>
            <a:ext cx="3585599" cy="232654"/>
          </a:xfrm>
        </p:spPr>
        <p:txBody>
          <a:bodyPr/>
          <a:lstStyle>
            <a:lvl1pPr>
              <a:defRPr sz="1800">
                <a:solidFill>
                  <a:schemeClr val="bg1"/>
                </a:solidFill>
              </a:defRPr>
            </a:lvl1pPr>
          </a:lstStyle>
          <a:p>
            <a:pPr lvl="0"/>
            <a:r>
              <a:rPr lang="en-GB" dirty="0"/>
              <a:t>Lorem ipsum</a:t>
            </a:r>
            <a:endParaRPr lang="en-US" dirty="0"/>
          </a:p>
        </p:txBody>
      </p:sp>
      <p:sp>
        <p:nvSpPr>
          <p:cNvPr id="74" name="Text Placeholder 50">
            <a:extLst>
              <a:ext uri="{FF2B5EF4-FFF2-40B4-BE49-F238E27FC236}">
                <a16:creationId xmlns:a16="http://schemas.microsoft.com/office/drawing/2014/main" id="{89819A83-5634-E387-5A8A-776CB57C08F4}"/>
              </a:ext>
            </a:extLst>
          </p:cNvPr>
          <p:cNvSpPr>
            <a:spLocks noGrp="1"/>
          </p:cNvSpPr>
          <p:nvPr>
            <p:ph type="body" sz="quarter" idx="72" hasCustomPrompt="1"/>
          </p:nvPr>
        </p:nvSpPr>
        <p:spPr>
          <a:xfrm>
            <a:off x="8126974" y="4891996"/>
            <a:ext cx="3585599" cy="309894"/>
          </a:xfrm>
        </p:spPr>
        <p:txBody>
          <a:bodyPr/>
          <a:lstStyle>
            <a:lvl1pPr>
              <a:defRPr sz="2800" b="0">
                <a:solidFill>
                  <a:schemeClr val="bg1"/>
                </a:solidFill>
              </a:defRPr>
            </a:lvl1pPr>
          </a:lstStyle>
          <a:p>
            <a:pPr lvl="0"/>
            <a:r>
              <a:rPr lang="en-GB" dirty="0"/>
              <a:t>#</a:t>
            </a:r>
            <a:endParaRPr lang="en-US" dirty="0"/>
          </a:p>
        </p:txBody>
      </p:sp>
    </p:spTree>
    <p:extLst>
      <p:ext uri="{BB962C8B-B14F-4D97-AF65-F5344CB8AC3E}">
        <p14:creationId xmlns:p14="http://schemas.microsoft.com/office/powerpoint/2010/main" val="560003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ntents 2">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C17688CC-CF50-8B09-6349-D9EBFF6CFAF6}"/>
              </a:ext>
            </a:extLst>
          </p:cNvPr>
          <p:cNvSpPr/>
          <p:nvPr userDrawn="1"/>
        </p:nvSpPr>
        <p:spPr>
          <a:xfrm>
            <a:off x="0" y="286"/>
            <a:ext cx="12192000" cy="6857714"/>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able Placeholder 5">
            <a:extLst>
              <a:ext uri="{FF2B5EF4-FFF2-40B4-BE49-F238E27FC236}">
                <a16:creationId xmlns:a16="http://schemas.microsoft.com/office/drawing/2014/main" id="{1D5125DE-EAB9-47E1-BC95-9200E9193715}"/>
              </a:ext>
            </a:extLst>
          </p:cNvPr>
          <p:cNvSpPr>
            <a:spLocks noGrp="1"/>
          </p:cNvSpPr>
          <p:nvPr>
            <p:ph type="tbl" sz="quarter" idx="12"/>
          </p:nvPr>
        </p:nvSpPr>
        <p:spPr>
          <a:xfrm>
            <a:off x="499121" y="1628774"/>
            <a:ext cx="5616575" cy="4752975"/>
          </a:xfrm>
          <a:prstGeom prst="rect">
            <a:avLst/>
          </a:prstGeom>
        </p:spPr>
        <p:txBody>
          <a:bodyPr/>
          <a:lstStyle/>
          <a:p>
            <a:r>
              <a:rPr lang="en-GB"/>
              <a:t>Click icon to add table</a:t>
            </a:r>
            <a:endParaRPr lang="en-AU" dirty="0"/>
          </a:p>
        </p:txBody>
      </p:sp>
      <p:sp>
        <p:nvSpPr>
          <p:cNvPr id="7" name="Title 3">
            <a:extLst>
              <a:ext uri="{FF2B5EF4-FFF2-40B4-BE49-F238E27FC236}">
                <a16:creationId xmlns:a16="http://schemas.microsoft.com/office/drawing/2014/main" id="{787503C3-B6DF-DC97-7CC2-D17E823DCD1D}"/>
              </a:ext>
            </a:extLst>
          </p:cNvPr>
          <p:cNvSpPr>
            <a:spLocks noGrp="1"/>
          </p:cNvSpPr>
          <p:nvPr>
            <p:ph type="title" hasCustomPrompt="1"/>
          </p:nvPr>
        </p:nvSpPr>
        <p:spPr>
          <a:xfrm>
            <a:off x="499121" y="895344"/>
            <a:ext cx="6814219" cy="469056"/>
          </a:xfrm>
        </p:spPr>
        <p:txBody>
          <a:bodyPr/>
          <a:lstStyle>
            <a:lvl1pPr>
              <a:defRPr sz="3600"/>
            </a:lvl1pPr>
          </a:lstStyle>
          <a:p>
            <a:r>
              <a:rPr lang="en-GB" dirty="0"/>
              <a:t>Contents</a:t>
            </a:r>
            <a:endParaRPr lang="en-AU" dirty="0"/>
          </a:p>
        </p:txBody>
      </p:sp>
      <p:pic>
        <p:nvPicPr>
          <p:cNvPr id="9" name="Picture 8">
            <a:extLst>
              <a:ext uri="{FF2B5EF4-FFF2-40B4-BE49-F238E27FC236}">
                <a16:creationId xmlns:a16="http://schemas.microsoft.com/office/drawing/2014/main" id="{80E633E9-6EF0-67DF-EDBA-DD8C76BCF21D}"/>
              </a:ext>
            </a:extLst>
          </p:cNvPr>
          <p:cNvPicPr preferRelativeResize="0">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28448" y="476672"/>
            <a:ext cx="1584127" cy="415357"/>
          </a:xfrm>
          <a:prstGeom prst="rect">
            <a:avLst/>
          </a:prstGeom>
        </p:spPr>
      </p:pic>
      <p:sp>
        <p:nvSpPr>
          <p:cNvPr id="12" name="Footer Placeholder 4">
            <a:extLst>
              <a:ext uri="{FF2B5EF4-FFF2-40B4-BE49-F238E27FC236}">
                <a16:creationId xmlns:a16="http://schemas.microsoft.com/office/drawing/2014/main" id="{38BAA408-E3C2-1785-01EB-39071591CA3C}"/>
              </a:ext>
            </a:extLst>
          </p:cNvPr>
          <p:cNvSpPr>
            <a:spLocks noGrp="1"/>
          </p:cNvSpPr>
          <p:nvPr>
            <p:ph type="ftr" sz="quarter" idx="17"/>
          </p:nvPr>
        </p:nvSpPr>
        <p:spPr>
          <a:xfrm>
            <a:off x="479425" y="6381750"/>
            <a:ext cx="3744913" cy="476250"/>
          </a:xfrm>
        </p:spPr>
        <p:txBody>
          <a:bodyPr/>
          <a:lstStyle/>
          <a:p>
            <a:endParaRPr lang="en-AU" dirty="0"/>
          </a:p>
        </p:txBody>
      </p:sp>
      <p:sp>
        <p:nvSpPr>
          <p:cNvPr id="13" name="Slide Number Placeholder 6">
            <a:extLst>
              <a:ext uri="{FF2B5EF4-FFF2-40B4-BE49-F238E27FC236}">
                <a16:creationId xmlns:a16="http://schemas.microsoft.com/office/drawing/2014/main" id="{74DFBF4C-8CC5-D979-7560-108442F979E6}"/>
              </a:ext>
            </a:extLst>
          </p:cNvPr>
          <p:cNvSpPr>
            <a:spLocks noGrp="1"/>
          </p:cNvSpPr>
          <p:nvPr>
            <p:ph type="sldNum" sz="quarter" idx="18"/>
          </p:nvPr>
        </p:nvSpPr>
        <p:spPr>
          <a:xfrm>
            <a:off x="11208567" y="6381750"/>
            <a:ext cx="504007" cy="476250"/>
          </a:xfrm>
        </p:spPr>
        <p:txBody>
          <a:bodyPr/>
          <a:lstStyle/>
          <a:p>
            <a:fld id="{E917DE0E-AFB1-41FD-BC35-27DB61CA125F}" type="slidenum">
              <a:rPr lang="en-AU" smtClean="0"/>
              <a:pPr/>
              <a:t>‹#›</a:t>
            </a:fld>
            <a:endParaRPr lang="en-AU" dirty="0"/>
          </a:p>
        </p:txBody>
      </p:sp>
      <p:sp>
        <p:nvSpPr>
          <p:cNvPr id="17" name="Rectangle 16">
            <a:extLst>
              <a:ext uri="{FF2B5EF4-FFF2-40B4-BE49-F238E27FC236}">
                <a16:creationId xmlns:a16="http://schemas.microsoft.com/office/drawing/2014/main" id="{60B9798F-A694-B632-320E-87B23996EA42}"/>
              </a:ext>
            </a:extLst>
          </p:cNvPr>
          <p:cNvSpPr/>
          <p:nvPr userDrawn="1"/>
        </p:nvSpPr>
        <p:spPr>
          <a:xfrm>
            <a:off x="9768408" y="152687"/>
            <a:ext cx="2423592" cy="1044066"/>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A purple and pink circles&#10;&#10;AI-generated content may be incorrect.">
            <a:extLst>
              <a:ext uri="{FF2B5EF4-FFF2-40B4-BE49-F238E27FC236}">
                <a16:creationId xmlns:a16="http://schemas.microsoft.com/office/drawing/2014/main" id="{FE7F088E-A593-E0D0-876C-D0E5DE6E3A7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7746379" y="476250"/>
            <a:ext cx="3962400" cy="5905500"/>
          </a:xfrm>
          <a:prstGeom prst="rect">
            <a:avLst/>
          </a:prstGeom>
        </p:spPr>
      </p:pic>
    </p:spTree>
    <p:extLst>
      <p:ext uri="{BB962C8B-B14F-4D97-AF65-F5344CB8AC3E}">
        <p14:creationId xmlns:p14="http://schemas.microsoft.com/office/powerpoint/2010/main" val="1266844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Divider">
    <p:bg>
      <p:bgPr>
        <a:solidFill>
          <a:srgbClr val="FFFFFF"/>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6E17441-3242-4A2B-A38D-01AD5E507AF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7" name="Picture 6">
            <a:extLst>
              <a:ext uri="{FF2B5EF4-FFF2-40B4-BE49-F238E27FC236}">
                <a16:creationId xmlns:a16="http://schemas.microsoft.com/office/drawing/2014/main" id="{80469D81-322F-846D-FCF2-3F26F1B21CF0}"/>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128448" y="476250"/>
            <a:ext cx="1584127" cy="415356"/>
          </a:xfrm>
          <a:prstGeom prst="rect">
            <a:avLst/>
          </a:prstGeom>
        </p:spPr>
      </p:pic>
      <p:sp>
        <p:nvSpPr>
          <p:cNvPr id="9" name="Title 1">
            <a:extLst>
              <a:ext uri="{FF2B5EF4-FFF2-40B4-BE49-F238E27FC236}">
                <a16:creationId xmlns:a16="http://schemas.microsoft.com/office/drawing/2014/main" id="{A6632C79-E6EF-8603-13B6-430F0089DA24}"/>
              </a:ext>
            </a:extLst>
          </p:cNvPr>
          <p:cNvSpPr>
            <a:spLocks noGrp="1"/>
          </p:cNvSpPr>
          <p:nvPr>
            <p:ph type="title" hasCustomPrompt="1"/>
          </p:nvPr>
        </p:nvSpPr>
        <p:spPr>
          <a:xfrm>
            <a:off x="499203" y="2636912"/>
            <a:ext cx="4529596" cy="1096862"/>
          </a:xfrm>
        </p:spPr>
        <p:txBody>
          <a:bodyPr vert="horz" lIns="0" tIns="0" rIns="0" bIns="0" rtlCol="0" anchor="t">
            <a:noAutofit/>
          </a:bodyPr>
          <a:lstStyle>
            <a:lvl1pPr>
              <a:defRPr kumimoji="0" lang="en-AU" sz="4400" i="0" u="none" strike="noStrike" cap="none" spc="0" normalizeH="0" baseline="0" dirty="0">
                <a:ln>
                  <a:noFill/>
                </a:ln>
                <a:solidFill>
                  <a:schemeClr val="bg1"/>
                </a:solidFill>
                <a:effectLst/>
                <a:uLnTx/>
                <a:uFillTx/>
                <a:latin typeface="+mn-lt"/>
              </a:defRPr>
            </a:lvl1pPr>
          </a:lstStyle>
          <a:p>
            <a:pPr marL="0" marR="0" lvl="0" indent="0" fontAlgn="auto">
              <a:spcAft>
                <a:spcPts val="0"/>
              </a:spcAft>
              <a:buClrTx/>
              <a:buSzTx/>
              <a:buFontTx/>
              <a:tabLst/>
            </a:pPr>
            <a:r>
              <a:rPr lang="en-US" dirty="0"/>
              <a:t>Divider slide </a:t>
            </a:r>
            <a:br>
              <a:rPr lang="en-US" dirty="0"/>
            </a:br>
            <a:r>
              <a:rPr lang="en-US" dirty="0"/>
              <a:t>title goes here</a:t>
            </a:r>
            <a:endParaRPr lang="en-AU" dirty="0"/>
          </a:p>
        </p:txBody>
      </p:sp>
      <p:sp>
        <p:nvSpPr>
          <p:cNvPr id="11" name="Text Placeholder 6">
            <a:extLst>
              <a:ext uri="{FF2B5EF4-FFF2-40B4-BE49-F238E27FC236}">
                <a16:creationId xmlns:a16="http://schemas.microsoft.com/office/drawing/2014/main" id="{AD6E4D25-A5E9-48E9-3262-EC46D37667CE}"/>
              </a:ext>
            </a:extLst>
          </p:cNvPr>
          <p:cNvSpPr>
            <a:spLocks noGrp="1"/>
          </p:cNvSpPr>
          <p:nvPr>
            <p:ph type="body" sz="quarter" idx="11" hasCustomPrompt="1"/>
          </p:nvPr>
        </p:nvSpPr>
        <p:spPr>
          <a:xfrm>
            <a:off x="499203" y="2132856"/>
            <a:ext cx="1780373" cy="350432"/>
          </a:xfrm>
          <a:prstGeom prst="rect">
            <a:avLst/>
          </a:prstGeom>
        </p:spPr>
        <p:txBody>
          <a:bodyPr vert="horz" wrap="square" lIns="0" tIns="0" rIns="0" bIns="0" rtlCol="0" anchor="b">
            <a:noAutofit/>
          </a:bodyPr>
          <a:lstStyle>
            <a:lvl1pPr>
              <a:defRPr lang="en-US" sz="2400" b="1" spc="0" baseline="0" dirty="0">
                <a:solidFill>
                  <a:schemeClr val="bg1"/>
                </a:solidFill>
                <a:latin typeface="+mn-lt"/>
                <a:ea typeface="+mj-ea"/>
                <a:cs typeface="+mj-cs"/>
              </a:defRPr>
            </a:lvl1pPr>
          </a:lstStyle>
          <a:p>
            <a:pPr lvl="0">
              <a:lnSpc>
                <a:spcPct val="100000"/>
              </a:lnSpc>
              <a:spcBef>
                <a:spcPct val="0"/>
              </a:spcBef>
            </a:pPr>
            <a:r>
              <a:rPr lang="en-US" dirty="0"/>
              <a:t>01</a:t>
            </a:r>
          </a:p>
        </p:txBody>
      </p:sp>
      <p:sp>
        <p:nvSpPr>
          <p:cNvPr id="2" name="Text Placeholder 6">
            <a:extLst>
              <a:ext uri="{FF2B5EF4-FFF2-40B4-BE49-F238E27FC236}">
                <a16:creationId xmlns:a16="http://schemas.microsoft.com/office/drawing/2014/main" id="{9422C64C-6E74-694B-7D11-5A95CF8ED64C}"/>
              </a:ext>
            </a:extLst>
          </p:cNvPr>
          <p:cNvSpPr>
            <a:spLocks noGrp="1"/>
          </p:cNvSpPr>
          <p:nvPr>
            <p:ph type="body" sz="quarter" idx="13" hasCustomPrompt="1"/>
          </p:nvPr>
        </p:nvSpPr>
        <p:spPr>
          <a:xfrm>
            <a:off x="7137066" y="2644009"/>
            <a:ext cx="3279414" cy="1243710"/>
          </a:xfrm>
          <a:prstGeom prst="rect">
            <a:avLst/>
          </a:prstGeom>
        </p:spPr>
        <p:txBody>
          <a:bodyPr vert="horz" wrap="square" lIns="0" tIns="0" rIns="0" bIns="0" rtlCol="0" anchor="t">
            <a:noAutofit/>
          </a:bodyPr>
          <a:lstStyle>
            <a:lvl1pPr>
              <a:defRPr lang="en-US" sz="1800" b="0" spc="0" baseline="0" dirty="0">
                <a:solidFill>
                  <a:schemeClr val="bg1"/>
                </a:solidFill>
                <a:latin typeface="+mn-lt"/>
                <a:ea typeface="+mj-ea"/>
                <a:cs typeface="+mj-cs"/>
              </a:defRPr>
            </a:lvl1pPr>
          </a:lstStyle>
          <a:p>
            <a:pPr lvl="0">
              <a:lnSpc>
                <a:spcPct val="100000"/>
              </a:lnSpc>
              <a:spcBef>
                <a:spcPct val="0"/>
              </a:spcBef>
            </a:pPr>
            <a:r>
              <a:rPr lang="en-US" dirty="0"/>
              <a:t>Lorem ipsum dolor sit </a:t>
            </a:r>
            <a:r>
              <a:rPr lang="en-US" dirty="0" err="1"/>
              <a:t>amet</a:t>
            </a:r>
            <a:r>
              <a:rPr lang="en-US" dirty="0"/>
              <a:t> con </a:t>
            </a:r>
            <a:r>
              <a:rPr lang="en-US" dirty="0" err="1"/>
              <a:t>sectetur</a:t>
            </a:r>
            <a:r>
              <a:rPr lang="en-US" dirty="0"/>
              <a:t> </a:t>
            </a:r>
            <a:r>
              <a:rPr lang="en-US" dirty="0" err="1"/>
              <a:t>adipiscing</a:t>
            </a:r>
            <a:r>
              <a:rPr lang="en-US" dirty="0"/>
              <a:t> </a:t>
            </a:r>
            <a:r>
              <a:rPr lang="en-US" dirty="0" err="1"/>
              <a:t>elit</a:t>
            </a:r>
            <a:r>
              <a:rPr lang="en-US" dirty="0"/>
              <a:t>, </a:t>
            </a:r>
            <a:r>
              <a:rPr lang="en-US" dirty="0" err="1"/>
              <a:t>prae</a:t>
            </a:r>
            <a:r>
              <a:rPr lang="en-US" dirty="0"/>
              <a:t> sent </a:t>
            </a:r>
            <a:r>
              <a:rPr lang="en-US" dirty="0" err="1"/>
              <a:t>aliquet</a:t>
            </a:r>
            <a:r>
              <a:rPr lang="en-US" dirty="0"/>
              <a:t> </a:t>
            </a:r>
            <a:r>
              <a:rPr lang="en-US" dirty="0" err="1"/>
              <a:t>viverra</a:t>
            </a:r>
            <a:r>
              <a:rPr lang="en-US" dirty="0"/>
              <a:t> diam </a:t>
            </a:r>
            <a:r>
              <a:rPr lang="en-US" dirty="0" err="1"/>
              <a:t>ornare</a:t>
            </a:r>
            <a:r>
              <a:rPr lang="en-US" dirty="0"/>
              <a:t> </a:t>
            </a:r>
            <a:r>
              <a:rPr lang="en-US" dirty="0" err="1"/>
              <a:t>suscipit</a:t>
            </a:r>
            <a:r>
              <a:rPr lang="en-US" dirty="0"/>
              <a:t> </a:t>
            </a:r>
            <a:r>
              <a:rPr lang="en-US" dirty="0" err="1"/>
              <a:t>turpis</a:t>
            </a:r>
            <a:r>
              <a:rPr lang="en-US" dirty="0"/>
              <a:t> </a:t>
            </a:r>
            <a:r>
              <a:rPr lang="en-US" dirty="0" err="1"/>
              <a:t>interdum</a:t>
            </a:r>
            <a:r>
              <a:rPr lang="en-US" dirty="0"/>
              <a:t> </a:t>
            </a:r>
            <a:r>
              <a:rPr lang="en-US" dirty="0" err="1"/>
              <a:t>quis</a:t>
            </a:r>
            <a:r>
              <a:rPr lang="en-US" dirty="0"/>
              <a:t>.</a:t>
            </a:r>
          </a:p>
        </p:txBody>
      </p:sp>
      <p:sp>
        <p:nvSpPr>
          <p:cNvPr id="3" name="Footer Placeholder 2">
            <a:extLst>
              <a:ext uri="{FF2B5EF4-FFF2-40B4-BE49-F238E27FC236}">
                <a16:creationId xmlns:a16="http://schemas.microsoft.com/office/drawing/2014/main" id="{B9E690F3-679A-987D-A1BE-4928A1F2D89C}"/>
              </a:ext>
            </a:extLst>
          </p:cNvPr>
          <p:cNvSpPr>
            <a:spLocks noGrp="1"/>
          </p:cNvSpPr>
          <p:nvPr>
            <p:ph type="ftr" sz="quarter" idx="10"/>
          </p:nvPr>
        </p:nvSpPr>
        <p:spPr>
          <a:xfrm>
            <a:off x="479425" y="6381750"/>
            <a:ext cx="3744913" cy="476250"/>
          </a:xfrm>
        </p:spPr>
        <p:txBody>
          <a:bodyPr/>
          <a:lstStyle>
            <a:lvl1pPr>
              <a:defRPr b="0">
                <a:solidFill>
                  <a:schemeClr val="bg1"/>
                </a:solidFill>
              </a:defRPr>
            </a:lvl1pPr>
          </a:lstStyle>
          <a:p>
            <a:endParaRPr lang="en-AU" dirty="0"/>
          </a:p>
        </p:txBody>
      </p:sp>
      <p:sp>
        <p:nvSpPr>
          <p:cNvPr id="5" name="Slide Number Placeholder 3">
            <a:extLst>
              <a:ext uri="{FF2B5EF4-FFF2-40B4-BE49-F238E27FC236}">
                <a16:creationId xmlns:a16="http://schemas.microsoft.com/office/drawing/2014/main" id="{FC5CF159-C5AB-8DEC-02DC-B8C41A6C02C5}"/>
              </a:ext>
            </a:extLst>
          </p:cNvPr>
          <p:cNvSpPr>
            <a:spLocks noGrp="1"/>
          </p:cNvSpPr>
          <p:nvPr>
            <p:ph type="sldNum" sz="quarter" idx="14"/>
          </p:nvPr>
        </p:nvSpPr>
        <p:spPr>
          <a:xfrm>
            <a:off x="11208567" y="6381750"/>
            <a:ext cx="504007" cy="476250"/>
          </a:xfrm>
        </p:spPr>
        <p:txBody>
          <a:bodyPr/>
          <a:lstStyle>
            <a:lvl1pPr>
              <a:defRPr>
                <a:solidFill>
                  <a:schemeClr val="bg1"/>
                </a:solidFill>
              </a:defRPr>
            </a:lvl1pPr>
          </a:lstStyle>
          <a:p>
            <a:fld id="{E917DE0E-AFB1-41FD-BC35-27DB61CA125F}" type="slidenum">
              <a:rPr lang="en-AU" smtClean="0"/>
              <a:pPr/>
              <a:t>‹#›</a:t>
            </a:fld>
            <a:endParaRPr lang="en-AU" dirty="0"/>
          </a:p>
        </p:txBody>
      </p:sp>
    </p:spTree>
    <p:extLst>
      <p:ext uri="{BB962C8B-B14F-4D97-AF65-F5344CB8AC3E}">
        <p14:creationId xmlns:p14="http://schemas.microsoft.com/office/powerpoint/2010/main" val="28191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2DB2C94B-2557-442B-9A14-97C40CD6AB85}"/>
              </a:ext>
            </a:extLst>
          </p:cNvPr>
          <p:cNvSpPr>
            <a:spLocks noGrp="1"/>
          </p:cNvSpPr>
          <p:nvPr>
            <p:ph sz="quarter" idx="10"/>
          </p:nvPr>
        </p:nvSpPr>
        <p:spPr>
          <a:xfrm>
            <a:off x="479424" y="2255224"/>
            <a:ext cx="11233149" cy="4126526"/>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itle 3">
            <a:extLst>
              <a:ext uri="{FF2B5EF4-FFF2-40B4-BE49-F238E27FC236}">
                <a16:creationId xmlns:a16="http://schemas.microsoft.com/office/drawing/2014/main" id="{5184708F-CDEB-4FFB-9113-878D6AE04045}"/>
              </a:ext>
            </a:extLst>
          </p:cNvPr>
          <p:cNvSpPr>
            <a:spLocks noGrp="1"/>
          </p:cNvSpPr>
          <p:nvPr>
            <p:ph type="title"/>
          </p:nvPr>
        </p:nvSpPr>
        <p:spPr>
          <a:xfrm>
            <a:off x="479424" y="895344"/>
            <a:ext cx="8928943" cy="469056"/>
          </a:xfrm>
        </p:spPr>
        <p:txBody>
          <a:bodyPr/>
          <a:lstStyle>
            <a:lvl1pPr>
              <a:defRPr sz="3600"/>
            </a:lvl1pPr>
          </a:lstStyle>
          <a:p>
            <a:r>
              <a:rPr lang="en-GB"/>
              <a:t>Click to edit Master title style</a:t>
            </a:r>
            <a:endParaRPr lang="en-AU" dirty="0"/>
          </a:p>
        </p:txBody>
      </p:sp>
      <p:sp>
        <p:nvSpPr>
          <p:cNvPr id="5" name="Footer Placeholder 4">
            <a:extLst>
              <a:ext uri="{FF2B5EF4-FFF2-40B4-BE49-F238E27FC236}">
                <a16:creationId xmlns:a16="http://schemas.microsoft.com/office/drawing/2014/main" id="{246DB8A7-6976-473B-BF64-0813975EEBBB}"/>
              </a:ext>
            </a:extLst>
          </p:cNvPr>
          <p:cNvSpPr>
            <a:spLocks noGrp="1"/>
          </p:cNvSpPr>
          <p:nvPr>
            <p:ph type="ftr" sz="quarter" idx="17"/>
          </p:nvPr>
        </p:nvSpPr>
        <p:spPr/>
        <p:txBody>
          <a:bodyPr/>
          <a:lstStyle/>
          <a:p>
            <a:endParaRPr lang="en-AU" dirty="0"/>
          </a:p>
        </p:txBody>
      </p:sp>
      <p:sp>
        <p:nvSpPr>
          <p:cNvPr id="7" name="Slide Number Placeholder 6">
            <a:extLst>
              <a:ext uri="{FF2B5EF4-FFF2-40B4-BE49-F238E27FC236}">
                <a16:creationId xmlns:a16="http://schemas.microsoft.com/office/drawing/2014/main" id="{C50E6DF7-2887-45E5-8CD1-2FCDFD70911D}"/>
              </a:ext>
            </a:extLst>
          </p:cNvPr>
          <p:cNvSpPr>
            <a:spLocks noGrp="1"/>
          </p:cNvSpPr>
          <p:nvPr>
            <p:ph type="sldNum" sz="quarter" idx="18"/>
          </p:nvPr>
        </p:nvSpPr>
        <p:spPr/>
        <p:txBody>
          <a:bodyPr/>
          <a:lstStyle/>
          <a:p>
            <a:fld id="{E917DE0E-AFB1-41FD-BC35-27DB61CA125F}" type="slidenum">
              <a:rPr lang="en-AU" smtClean="0"/>
              <a:pPr/>
              <a:t>‹#›</a:t>
            </a:fld>
            <a:endParaRPr lang="en-AU" dirty="0"/>
          </a:p>
        </p:txBody>
      </p:sp>
      <p:sp>
        <p:nvSpPr>
          <p:cNvPr id="15" name="Text Placeholder 5">
            <a:extLst>
              <a:ext uri="{FF2B5EF4-FFF2-40B4-BE49-F238E27FC236}">
                <a16:creationId xmlns:a16="http://schemas.microsoft.com/office/drawing/2014/main" id="{243CB3D8-2629-4424-B4A4-6246A0F1B642}"/>
              </a:ext>
            </a:extLst>
          </p:cNvPr>
          <p:cNvSpPr>
            <a:spLocks noGrp="1"/>
          </p:cNvSpPr>
          <p:nvPr>
            <p:ph type="body" sz="quarter" idx="31" hasCustomPrompt="1"/>
          </p:nvPr>
        </p:nvSpPr>
        <p:spPr>
          <a:xfrm>
            <a:off x="479424" y="1573248"/>
            <a:ext cx="8928943" cy="506132"/>
          </a:xfrm>
          <a:prstGeom prst="rect">
            <a:avLst/>
          </a:prstGeom>
        </p:spPr>
        <p:txBody>
          <a:bodyPr>
            <a:noAutofit/>
          </a:bodyPr>
          <a:lstStyle>
            <a:lvl1pPr>
              <a:lnSpc>
                <a:spcPct val="100000"/>
              </a:lnSpc>
              <a:defRPr sz="1600" b="1">
                <a:solidFill>
                  <a:schemeClr val="tx2"/>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1740759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Footer Placeholder 8">
            <a:extLst>
              <a:ext uri="{FF2B5EF4-FFF2-40B4-BE49-F238E27FC236}">
                <a16:creationId xmlns:a16="http://schemas.microsoft.com/office/drawing/2014/main" id="{F8BF24CA-767B-442B-A672-6C630273E4EA}"/>
              </a:ext>
            </a:extLst>
          </p:cNvPr>
          <p:cNvSpPr>
            <a:spLocks noGrp="1"/>
          </p:cNvSpPr>
          <p:nvPr>
            <p:ph type="ftr" sz="quarter" idx="17"/>
          </p:nvPr>
        </p:nvSpPr>
        <p:spPr/>
        <p:txBody>
          <a:bodyPr/>
          <a:lstStyle/>
          <a:p>
            <a:endParaRPr lang="en-AU" dirty="0"/>
          </a:p>
        </p:txBody>
      </p:sp>
      <p:sp>
        <p:nvSpPr>
          <p:cNvPr id="13" name="Slide Number Placeholder 12">
            <a:extLst>
              <a:ext uri="{FF2B5EF4-FFF2-40B4-BE49-F238E27FC236}">
                <a16:creationId xmlns:a16="http://schemas.microsoft.com/office/drawing/2014/main" id="{85B269D8-1308-43E9-B2BF-264F017F03A8}"/>
              </a:ext>
            </a:extLst>
          </p:cNvPr>
          <p:cNvSpPr>
            <a:spLocks noGrp="1"/>
          </p:cNvSpPr>
          <p:nvPr>
            <p:ph type="sldNum" sz="quarter" idx="18"/>
          </p:nvPr>
        </p:nvSpPr>
        <p:spPr/>
        <p:txBody>
          <a:bodyPr/>
          <a:lstStyle/>
          <a:p>
            <a:fld id="{E917DE0E-AFB1-41FD-BC35-27DB61CA125F}" type="slidenum">
              <a:rPr lang="en-AU" smtClean="0"/>
              <a:pPr/>
              <a:t>‹#›</a:t>
            </a:fld>
            <a:endParaRPr lang="en-AU" dirty="0"/>
          </a:p>
        </p:txBody>
      </p:sp>
      <p:sp>
        <p:nvSpPr>
          <p:cNvPr id="2" name="Content Placeholder 9">
            <a:extLst>
              <a:ext uri="{FF2B5EF4-FFF2-40B4-BE49-F238E27FC236}">
                <a16:creationId xmlns:a16="http://schemas.microsoft.com/office/drawing/2014/main" id="{3CEFE01E-62B6-86EC-5B5C-F1EC7A5A19F7}"/>
              </a:ext>
            </a:extLst>
          </p:cNvPr>
          <p:cNvSpPr>
            <a:spLocks noGrp="1"/>
          </p:cNvSpPr>
          <p:nvPr>
            <p:ph sz="quarter" idx="10"/>
          </p:nvPr>
        </p:nvSpPr>
        <p:spPr>
          <a:xfrm>
            <a:off x="479425" y="2255224"/>
            <a:ext cx="5255976" cy="4126526"/>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3" name="Title 3">
            <a:extLst>
              <a:ext uri="{FF2B5EF4-FFF2-40B4-BE49-F238E27FC236}">
                <a16:creationId xmlns:a16="http://schemas.microsoft.com/office/drawing/2014/main" id="{CA7C31BB-BBB5-01D3-C03A-56100B5BD603}"/>
              </a:ext>
            </a:extLst>
          </p:cNvPr>
          <p:cNvSpPr>
            <a:spLocks noGrp="1"/>
          </p:cNvSpPr>
          <p:nvPr>
            <p:ph type="title"/>
          </p:nvPr>
        </p:nvSpPr>
        <p:spPr>
          <a:xfrm>
            <a:off x="479424" y="895344"/>
            <a:ext cx="8928943" cy="469056"/>
          </a:xfrm>
        </p:spPr>
        <p:txBody>
          <a:bodyPr/>
          <a:lstStyle>
            <a:lvl1pPr>
              <a:defRPr sz="3600"/>
            </a:lvl1pPr>
          </a:lstStyle>
          <a:p>
            <a:r>
              <a:rPr lang="en-GB"/>
              <a:t>Click to edit Master title style</a:t>
            </a:r>
            <a:endParaRPr lang="en-AU" dirty="0"/>
          </a:p>
        </p:txBody>
      </p:sp>
      <p:sp>
        <p:nvSpPr>
          <p:cNvPr id="4" name="Text Placeholder 5">
            <a:extLst>
              <a:ext uri="{FF2B5EF4-FFF2-40B4-BE49-F238E27FC236}">
                <a16:creationId xmlns:a16="http://schemas.microsoft.com/office/drawing/2014/main" id="{A84F05AB-744C-B436-B6DE-9CB63807317C}"/>
              </a:ext>
            </a:extLst>
          </p:cNvPr>
          <p:cNvSpPr>
            <a:spLocks noGrp="1"/>
          </p:cNvSpPr>
          <p:nvPr>
            <p:ph type="body" sz="quarter" idx="31" hasCustomPrompt="1"/>
          </p:nvPr>
        </p:nvSpPr>
        <p:spPr>
          <a:xfrm>
            <a:off x="479424" y="1573248"/>
            <a:ext cx="8928943" cy="506132"/>
          </a:xfrm>
          <a:prstGeom prst="rect">
            <a:avLst/>
          </a:prstGeom>
        </p:spPr>
        <p:txBody>
          <a:bodyPr>
            <a:noAutofit/>
          </a:bodyPr>
          <a:lstStyle>
            <a:lvl1pPr>
              <a:lnSpc>
                <a:spcPct val="100000"/>
              </a:lnSpc>
              <a:defRPr sz="1600" b="1">
                <a:solidFill>
                  <a:schemeClr val="tx2"/>
                </a:solidFill>
              </a:defRPr>
            </a:lvl1pPr>
            <a:lvl2pPr marL="612" indent="0">
              <a:buNone/>
              <a:defRPr/>
            </a:lvl2pPr>
          </a:lstStyle>
          <a:p>
            <a:pPr lvl="0"/>
            <a:r>
              <a:rPr lang="en-US" dirty="0"/>
              <a:t>[Subtitle]</a:t>
            </a:r>
          </a:p>
        </p:txBody>
      </p:sp>
      <p:sp>
        <p:nvSpPr>
          <p:cNvPr id="5" name="Content Placeholder 9">
            <a:extLst>
              <a:ext uri="{FF2B5EF4-FFF2-40B4-BE49-F238E27FC236}">
                <a16:creationId xmlns:a16="http://schemas.microsoft.com/office/drawing/2014/main" id="{6F4138E5-B1E7-1B20-8E5C-D58ECB009199}"/>
              </a:ext>
            </a:extLst>
          </p:cNvPr>
          <p:cNvSpPr>
            <a:spLocks noGrp="1"/>
          </p:cNvSpPr>
          <p:nvPr>
            <p:ph sz="quarter" idx="32"/>
          </p:nvPr>
        </p:nvSpPr>
        <p:spPr>
          <a:xfrm>
            <a:off x="6456601" y="2255224"/>
            <a:ext cx="5255976" cy="4126526"/>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687810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content layout">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EBC9286-B8FB-4658-B210-6BC87EB1E2EB}"/>
              </a:ext>
            </a:extLst>
          </p:cNvPr>
          <p:cNvSpPr>
            <a:spLocks noGrp="1"/>
          </p:cNvSpPr>
          <p:nvPr>
            <p:ph type="ftr" sz="quarter" idx="17"/>
          </p:nvPr>
        </p:nvSpPr>
        <p:spPr/>
        <p:txBody>
          <a:bodyPr/>
          <a:lstStyle/>
          <a:p>
            <a:endParaRPr lang="en-AU" dirty="0"/>
          </a:p>
        </p:txBody>
      </p:sp>
      <p:sp>
        <p:nvSpPr>
          <p:cNvPr id="5" name="Slide Number Placeholder 4">
            <a:extLst>
              <a:ext uri="{FF2B5EF4-FFF2-40B4-BE49-F238E27FC236}">
                <a16:creationId xmlns:a16="http://schemas.microsoft.com/office/drawing/2014/main" id="{D8026DBB-B46A-4BB1-A99E-4F99BBBFE3FF}"/>
              </a:ext>
            </a:extLst>
          </p:cNvPr>
          <p:cNvSpPr>
            <a:spLocks noGrp="1"/>
          </p:cNvSpPr>
          <p:nvPr>
            <p:ph type="sldNum" sz="quarter" idx="18"/>
          </p:nvPr>
        </p:nvSpPr>
        <p:spPr/>
        <p:txBody>
          <a:bodyPr/>
          <a:lstStyle/>
          <a:p>
            <a:fld id="{E917DE0E-AFB1-41FD-BC35-27DB61CA125F}" type="slidenum">
              <a:rPr lang="en-AU" smtClean="0"/>
              <a:pPr/>
              <a:t>‹#›</a:t>
            </a:fld>
            <a:endParaRPr lang="en-AU" dirty="0"/>
          </a:p>
        </p:txBody>
      </p:sp>
      <p:sp>
        <p:nvSpPr>
          <p:cNvPr id="2" name="Content Placeholder 9">
            <a:extLst>
              <a:ext uri="{FF2B5EF4-FFF2-40B4-BE49-F238E27FC236}">
                <a16:creationId xmlns:a16="http://schemas.microsoft.com/office/drawing/2014/main" id="{830ECCD8-80B1-EF49-1930-8671D36FB173}"/>
              </a:ext>
            </a:extLst>
          </p:cNvPr>
          <p:cNvSpPr>
            <a:spLocks noGrp="1"/>
          </p:cNvSpPr>
          <p:nvPr>
            <p:ph sz="quarter" idx="10"/>
          </p:nvPr>
        </p:nvSpPr>
        <p:spPr>
          <a:xfrm>
            <a:off x="479424" y="2255224"/>
            <a:ext cx="3587751" cy="4126526"/>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3" name="Title 3">
            <a:extLst>
              <a:ext uri="{FF2B5EF4-FFF2-40B4-BE49-F238E27FC236}">
                <a16:creationId xmlns:a16="http://schemas.microsoft.com/office/drawing/2014/main" id="{D84C1955-2009-E738-2E69-5C68F22699DB}"/>
              </a:ext>
            </a:extLst>
          </p:cNvPr>
          <p:cNvSpPr>
            <a:spLocks noGrp="1"/>
          </p:cNvSpPr>
          <p:nvPr>
            <p:ph type="title"/>
          </p:nvPr>
        </p:nvSpPr>
        <p:spPr>
          <a:xfrm>
            <a:off x="479424" y="895344"/>
            <a:ext cx="8928943" cy="469056"/>
          </a:xfrm>
        </p:spPr>
        <p:txBody>
          <a:bodyPr/>
          <a:lstStyle>
            <a:lvl1pPr>
              <a:defRPr sz="3600"/>
            </a:lvl1pPr>
          </a:lstStyle>
          <a:p>
            <a:r>
              <a:rPr lang="en-GB"/>
              <a:t>Click to edit Master title style</a:t>
            </a:r>
            <a:endParaRPr lang="en-AU" dirty="0"/>
          </a:p>
        </p:txBody>
      </p:sp>
      <p:sp>
        <p:nvSpPr>
          <p:cNvPr id="6" name="Text Placeholder 5">
            <a:extLst>
              <a:ext uri="{FF2B5EF4-FFF2-40B4-BE49-F238E27FC236}">
                <a16:creationId xmlns:a16="http://schemas.microsoft.com/office/drawing/2014/main" id="{F2475E1D-FF13-4267-440E-2C862D6A53EF}"/>
              </a:ext>
            </a:extLst>
          </p:cNvPr>
          <p:cNvSpPr>
            <a:spLocks noGrp="1"/>
          </p:cNvSpPr>
          <p:nvPr>
            <p:ph type="body" sz="quarter" idx="31" hasCustomPrompt="1"/>
          </p:nvPr>
        </p:nvSpPr>
        <p:spPr>
          <a:xfrm>
            <a:off x="479424" y="1573248"/>
            <a:ext cx="8928943" cy="506132"/>
          </a:xfrm>
          <a:prstGeom prst="rect">
            <a:avLst/>
          </a:prstGeom>
        </p:spPr>
        <p:txBody>
          <a:bodyPr>
            <a:noAutofit/>
          </a:bodyPr>
          <a:lstStyle>
            <a:lvl1pPr>
              <a:lnSpc>
                <a:spcPct val="100000"/>
              </a:lnSpc>
              <a:defRPr sz="1600" b="1">
                <a:solidFill>
                  <a:schemeClr val="tx2"/>
                </a:solidFill>
              </a:defRPr>
            </a:lvl1pPr>
            <a:lvl2pPr marL="612" indent="0">
              <a:buNone/>
              <a:defRPr/>
            </a:lvl2pPr>
          </a:lstStyle>
          <a:p>
            <a:pPr lvl="0"/>
            <a:r>
              <a:rPr lang="en-US" dirty="0"/>
              <a:t>[Subtitle]</a:t>
            </a:r>
          </a:p>
        </p:txBody>
      </p:sp>
      <p:sp>
        <p:nvSpPr>
          <p:cNvPr id="7" name="Content Placeholder 9">
            <a:extLst>
              <a:ext uri="{FF2B5EF4-FFF2-40B4-BE49-F238E27FC236}">
                <a16:creationId xmlns:a16="http://schemas.microsoft.com/office/drawing/2014/main" id="{CF6E292F-64A1-B92F-821C-5D5374F553FE}"/>
              </a:ext>
            </a:extLst>
          </p:cNvPr>
          <p:cNvSpPr>
            <a:spLocks noGrp="1"/>
          </p:cNvSpPr>
          <p:nvPr>
            <p:ph sz="quarter" idx="34"/>
          </p:nvPr>
        </p:nvSpPr>
        <p:spPr>
          <a:xfrm>
            <a:off x="8124823" y="2255224"/>
            <a:ext cx="3587751" cy="4126526"/>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Content Placeholder 9">
            <a:extLst>
              <a:ext uri="{FF2B5EF4-FFF2-40B4-BE49-F238E27FC236}">
                <a16:creationId xmlns:a16="http://schemas.microsoft.com/office/drawing/2014/main" id="{785857AA-3C69-6FBB-4A53-A62053F0C40A}"/>
              </a:ext>
            </a:extLst>
          </p:cNvPr>
          <p:cNvSpPr>
            <a:spLocks noGrp="1"/>
          </p:cNvSpPr>
          <p:nvPr>
            <p:ph sz="quarter" idx="35"/>
          </p:nvPr>
        </p:nvSpPr>
        <p:spPr>
          <a:xfrm>
            <a:off x="4384431" y="2255224"/>
            <a:ext cx="3485678" cy="4126526"/>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1717606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op image + two content layout">
    <p:spTree>
      <p:nvGrpSpPr>
        <p:cNvPr id="1" name=""/>
        <p:cNvGrpSpPr/>
        <p:nvPr/>
      </p:nvGrpSpPr>
      <p:grpSpPr>
        <a:xfrm>
          <a:off x="0" y="0"/>
          <a:ext cx="0" cy="0"/>
          <a:chOff x="0" y="0"/>
          <a:chExt cx="0" cy="0"/>
        </a:xfrm>
      </p:grpSpPr>
      <p:sp>
        <p:nvSpPr>
          <p:cNvPr id="14" name="Title 3">
            <a:extLst>
              <a:ext uri="{FF2B5EF4-FFF2-40B4-BE49-F238E27FC236}">
                <a16:creationId xmlns:a16="http://schemas.microsoft.com/office/drawing/2014/main" id="{1B4F150F-D503-4CDA-B1CD-C63C713F08DD}"/>
              </a:ext>
            </a:extLst>
          </p:cNvPr>
          <p:cNvSpPr>
            <a:spLocks noGrp="1"/>
          </p:cNvSpPr>
          <p:nvPr>
            <p:ph type="title"/>
          </p:nvPr>
        </p:nvSpPr>
        <p:spPr>
          <a:xfrm>
            <a:off x="493988" y="1268761"/>
            <a:ext cx="3485677" cy="1799878"/>
          </a:xfrm>
        </p:spPr>
        <p:txBody>
          <a:bodyPr/>
          <a:lstStyle>
            <a:lvl1pPr>
              <a:defRPr sz="3600"/>
            </a:lvl1pPr>
          </a:lstStyle>
          <a:p>
            <a:r>
              <a:rPr lang="en-GB"/>
              <a:t>Click to edit Master title style</a:t>
            </a:r>
            <a:endParaRPr lang="en-AU" dirty="0"/>
          </a:p>
        </p:txBody>
      </p:sp>
      <p:sp>
        <p:nvSpPr>
          <p:cNvPr id="2" name="Picture Placeholder 1">
            <a:extLst>
              <a:ext uri="{FF2B5EF4-FFF2-40B4-BE49-F238E27FC236}">
                <a16:creationId xmlns:a16="http://schemas.microsoft.com/office/drawing/2014/main" id="{9205F563-7148-A4BC-065D-70F31E7CD2FD}"/>
              </a:ext>
            </a:extLst>
          </p:cNvPr>
          <p:cNvSpPr>
            <a:spLocks noGrp="1"/>
          </p:cNvSpPr>
          <p:nvPr>
            <p:ph type="pic" sz="quarter" idx="38"/>
          </p:nvPr>
        </p:nvSpPr>
        <p:spPr>
          <a:xfrm>
            <a:off x="-1" y="3501008"/>
            <a:ext cx="11712575" cy="3356992"/>
          </a:xfrm>
          <a:custGeom>
            <a:avLst/>
            <a:gdLst>
              <a:gd name="csX0" fmla="*/ 0 w 11712575"/>
              <a:gd name="csY0" fmla="*/ 0 h 3356992"/>
              <a:gd name="csX1" fmla="*/ 10448297 w 11712575"/>
              <a:gd name="csY1" fmla="*/ 0 h 3356992"/>
              <a:gd name="csX2" fmla="*/ 11712575 w 11712575"/>
              <a:gd name="csY2" fmla="*/ 1264277 h 3356992"/>
              <a:gd name="csX3" fmla="*/ 11712575 w 11712575"/>
              <a:gd name="csY3" fmla="*/ 3356992 h 3356992"/>
              <a:gd name="csX4" fmla="*/ 0 w 11712575"/>
              <a:gd name="csY4" fmla="*/ 3356992 h 3356992"/>
            </a:gdLst>
            <a:ahLst/>
            <a:cxnLst>
              <a:cxn ang="0">
                <a:pos x="csX0" y="csY0"/>
              </a:cxn>
              <a:cxn ang="0">
                <a:pos x="csX1" y="csY1"/>
              </a:cxn>
              <a:cxn ang="0">
                <a:pos x="csX2" y="csY2"/>
              </a:cxn>
              <a:cxn ang="0">
                <a:pos x="csX3" y="csY3"/>
              </a:cxn>
              <a:cxn ang="0">
                <a:pos x="csX4" y="csY4"/>
              </a:cxn>
            </a:cxnLst>
            <a:rect l="l" t="t" r="r" b="b"/>
            <a:pathLst>
              <a:path w="11712575" h="3356992">
                <a:moveTo>
                  <a:pt x="0" y="0"/>
                </a:moveTo>
                <a:lnTo>
                  <a:pt x="10448297" y="0"/>
                </a:lnTo>
                <a:cubicBezTo>
                  <a:pt x="11146539" y="0"/>
                  <a:pt x="11712575" y="566036"/>
                  <a:pt x="11712575" y="1264277"/>
                </a:cubicBezTo>
                <a:lnTo>
                  <a:pt x="11712575" y="3356992"/>
                </a:lnTo>
                <a:lnTo>
                  <a:pt x="0" y="3356992"/>
                </a:lnTo>
                <a:close/>
              </a:path>
            </a:pathLst>
          </a:custGeom>
          <a:solidFill>
            <a:schemeClr val="bg2"/>
          </a:solidFill>
        </p:spPr>
        <p:txBody>
          <a:bodyPr wrap="square">
            <a:noAutofit/>
          </a:bodyPr>
          <a:lstStyle/>
          <a:p>
            <a:r>
              <a:rPr lang="en-GB"/>
              <a:t>Click icon to add picture</a:t>
            </a:r>
            <a:endParaRPr lang="en-US"/>
          </a:p>
        </p:txBody>
      </p:sp>
      <p:sp>
        <p:nvSpPr>
          <p:cNvPr id="3" name="Content Placeholder 9">
            <a:extLst>
              <a:ext uri="{FF2B5EF4-FFF2-40B4-BE49-F238E27FC236}">
                <a16:creationId xmlns:a16="http://schemas.microsoft.com/office/drawing/2014/main" id="{ED34AD85-3B68-F6E4-2B32-A5E634C6A175}"/>
              </a:ext>
            </a:extLst>
          </p:cNvPr>
          <p:cNvSpPr>
            <a:spLocks noGrp="1"/>
          </p:cNvSpPr>
          <p:nvPr>
            <p:ph sz="quarter" idx="36"/>
          </p:nvPr>
        </p:nvSpPr>
        <p:spPr>
          <a:xfrm>
            <a:off x="8124823" y="1268760"/>
            <a:ext cx="3587751" cy="1799878"/>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9">
            <a:extLst>
              <a:ext uri="{FF2B5EF4-FFF2-40B4-BE49-F238E27FC236}">
                <a16:creationId xmlns:a16="http://schemas.microsoft.com/office/drawing/2014/main" id="{A19D9DDF-5659-A8CD-1F31-621F560242E4}"/>
              </a:ext>
            </a:extLst>
          </p:cNvPr>
          <p:cNvSpPr>
            <a:spLocks noGrp="1"/>
          </p:cNvSpPr>
          <p:nvPr>
            <p:ph sz="quarter" idx="37"/>
          </p:nvPr>
        </p:nvSpPr>
        <p:spPr>
          <a:xfrm>
            <a:off x="4384431" y="1268760"/>
            <a:ext cx="3485678" cy="1799878"/>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3697323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op image + three content layout">
    <p:spTree>
      <p:nvGrpSpPr>
        <p:cNvPr id="1" name=""/>
        <p:cNvGrpSpPr/>
        <p:nvPr/>
      </p:nvGrpSpPr>
      <p:grpSpPr>
        <a:xfrm>
          <a:off x="0" y="0"/>
          <a:ext cx="0" cy="0"/>
          <a:chOff x="0" y="0"/>
          <a:chExt cx="0" cy="0"/>
        </a:xfrm>
      </p:grpSpPr>
      <p:sp>
        <p:nvSpPr>
          <p:cNvPr id="8" name="Content Placeholder 9">
            <a:extLst>
              <a:ext uri="{FF2B5EF4-FFF2-40B4-BE49-F238E27FC236}">
                <a16:creationId xmlns:a16="http://schemas.microsoft.com/office/drawing/2014/main" id="{A79CCB2B-EA6A-07F3-E374-7C69E2AA4BBE}"/>
              </a:ext>
            </a:extLst>
          </p:cNvPr>
          <p:cNvSpPr>
            <a:spLocks noGrp="1"/>
          </p:cNvSpPr>
          <p:nvPr>
            <p:ph sz="quarter" idx="35"/>
          </p:nvPr>
        </p:nvSpPr>
        <p:spPr>
          <a:xfrm>
            <a:off x="479424" y="1268760"/>
            <a:ext cx="3587751" cy="1799878"/>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0" name="Content Placeholder 9">
            <a:extLst>
              <a:ext uri="{FF2B5EF4-FFF2-40B4-BE49-F238E27FC236}">
                <a16:creationId xmlns:a16="http://schemas.microsoft.com/office/drawing/2014/main" id="{9DA629DB-68F8-4F09-503D-5AA9266F7E11}"/>
              </a:ext>
            </a:extLst>
          </p:cNvPr>
          <p:cNvSpPr>
            <a:spLocks noGrp="1"/>
          </p:cNvSpPr>
          <p:nvPr>
            <p:ph sz="quarter" idx="36"/>
          </p:nvPr>
        </p:nvSpPr>
        <p:spPr>
          <a:xfrm>
            <a:off x="8124823" y="1268760"/>
            <a:ext cx="3587751" cy="1799878"/>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1" name="Content Placeholder 9">
            <a:extLst>
              <a:ext uri="{FF2B5EF4-FFF2-40B4-BE49-F238E27FC236}">
                <a16:creationId xmlns:a16="http://schemas.microsoft.com/office/drawing/2014/main" id="{8F0D21FF-80A7-826A-4A58-57A092E8728C}"/>
              </a:ext>
            </a:extLst>
          </p:cNvPr>
          <p:cNvSpPr>
            <a:spLocks noGrp="1"/>
          </p:cNvSpPr>
          <p:nvPr>
            <p:ph sz="quarter" idx="37"/>
          </p:nvPr>
        </p:nvSpPr>
        <p:spPr>
          <a:xfrm>
            <a:off x="4384431" y="1268760"/>
            <a:ext cx="3485678" cy="1799878"/>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6" name="Picture Placeholder 15">
            <a:extLst>
              <a:ext uri="{FF2B5EF4-FFF2-40B4-BE49-F238E27FC236}">
                <a16:creationId xmlns:a16="http://schemas.microsoft.com/office/drawing/2014/main" id="{9F9256D2-F837-AC53-A987-93959E061C51}"/>
              </a:ext>
            </a:extLst>
          </p:cNvPr>
          <p:cNvSpPr>
            <a:spLocks noGrp="1"/>
          </p:cNvSpPr>
          <p:nvPr>
            <p:ph type="pic" sz="quarter" idx="38"/>
          </p:nvPr>
        </p:nvSpPr>
        <p:spPr>
          <a:xfrm>
            <a:off x="-1" y="3501008"/>
            <a:ext cx="11712575" cy="3356992"/>
          </a:xfrm>
          <a:custGeom>
            <a:avLst/>
            <a:gdLst>
              <a:gd name="csX0" fmla="*/ 0 w 11712575"/>
              <a:gd name="csY0" fmla="*/ 0 h 3356992"/>
              <a:gd name="csX1" fmla="*/ 10448297 w 11712575"/>
              <a:gd name="csY1" fmla="*/ 0 h 3356992"/>
              <a:gd name="csX2" fmla="*/ 11712575 w 11712575"/>
              <a:gd name="csY2" fmla="*/ 1264277 h 3356992"/>
              <a:gd name="csX3" fmla="*/ 11712575 w 11712575"/>
              <a:gd name="csY3" fmla="*/ 3356992 h 3356992"/>
              <a:gd name="csX4" fmla="*/ 0 w 11712575"/>
              <a:gd name="csY4" fmla="*/ 3356992 h 3356992"/>
            </a:gdLst>
            <a:ahLst/>
            <a:cxnLst>
              <a:cxn ang="0">
                <a:pos x="csX0" y="csY0"/>
              </a:cxn>
              <a:cxn ang="0">
                <a:pos x="csX1" y="csY1"/>
              </a:cxn>
              <a:cxn ang="0">
                <a:pos x="csX2" y="csY2"/>
              </a:cxn>
              <a:cxn ang="0">
                <a:pos x="csX3" y="csY3"/>
              </a:cxn>
              <a:cxn ang="0">
                <a:pos x="csX4" y="csY4"/>
              </a:cxn>
            </a:cxnLst>
            <a:rect l="l" t="t" r="r" b="b"/>
            <a:pathLst>
              <a:path w="11712575" h="3356992">
                <a:moveTo>
                  <a:pt x="0" y="0"/>
                </a:moveTo>
                <a:lnTo>
                  <a:pt x="10448297" y="0"/>
                </a:lnTo>
                <a:cubicBezTo>
                  <a:pt x="11146539" y="0"/>
                  <a:pt x="11712575" y="566036"/>
                  <a:pt x="11712575" y="1264277"/>
                </a:cubicBezTo>
                <a:lnTo>
                  <a:pt x="11712575" y="3356992"/>
                </a:lnTo>
                <a:lnTo>
                  <a:pt x="0" y="3356992"/>
                </a:lnTo>
                <a:close/>
              </a:path>
            </a:pathLst>
          </a:custGeom>
          <a:solidFill>
            <a:schemeClr val="bg2"/>
          </a:solidFill>
        </p:spPr>
        <p:txBody>
          <a:bodyPr wrap="square">
            <a:noAutofit/>
          </a:bodyPr>
          <a:lstStyle/>
          <a:p>
            <a:r>
              <a:rPr lang="en-GB"/>
              <a:t>Click icon to add picture</a:t>
            </a:r>
            <a:endParaRPr lang="en-US"/>
          </a:p>
        </p:txBody>
      </p:sp>
    </p:spTree>
    <p:extLst>
      <p:ext uri="{BB962C8B-B14F-4D97-AF65-F5344CB8AC3E}">
        <p14:creationId xmlns:p14="http://schemas.microsoft.com/office/powerpoint/2010/main" val="3065907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ntro + two content layou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B3F9B7C-CB28-3A90-481A-DC6BEF640652}"/>
              </a:ext>
            </a:extLst>
          </p:cNvPr>
          <p:cNvSpPr/>
          <p:nvPr userDrawn="1"/>
        </p:nvSpPr>
        <p:spPr>
          <a:xfrm>
            <a:off x="0" y="286"/>
            <a:ext cx="12192000" cy="6857713"/>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6EBC9286-B8FB-4658-B210-6BC87EB1E2EB}"/>
              </a:ext>
            </a:extLst>
          </p:cNvPr>
          <p:cNvSpPr>
            <a:spLocks noGrp="1"/>
          </p:cNvSpPr>
          <p:nvPr>
            <p:ph type="ftr" sz="quarter" idx="17"/>
          </p:nvPr>
        </p:nvSpPr>
        <p:spPr/>
        <p:txBody>
          <a:bodyPr/>
          <a:lstStyle/>
          <a:p>
            <a:endParaRPr lang="en-AU" dirty="0"/>
          </a:p>
        </p:txBody>
      </p:sp>
      <p:sp>
        <p:nvSpPr>
          <p:cNvPr id="5" name="Slide Number Placeholder 4">
            <a:extLst>
              <a:ext uri="{FF2B5EF4-FFF2-40B4-BE49-F238E27FC236}">
                <a16:creationId xmlns:a16="http://schemas.microsoft.com/office/drawing/2014/main" id="{D8026DBB-B46A-4BB1-A99E-4F99BBBFE3FF}"/>
              </a:ext>
            </a:extLst>
          </p:cNvPr>
          <p:cNvSpPr>
            <a:spLocks noGrp="1"/>
          </p:cNvSpPr>
          <p:nvPr>
            <p:ph type="sldNum" sz="quarter" idx="18"/>
          </p:nvPr>
        </p:nvSpPr>
        <p:spPr/>
        <p:txBody>
          <a:bodyPr/>
          <a:lstStyle/>
          <a:p>
            <a:fld id="{E917DE0E-AFB1-41FD-BC35-27DB61CA125F}" type="slidenum">
              <a:rPr lang="en-AU" smtClean="0"/>
              <a:pPr/>
              <a:t>‹#›</a:t>
            </a:fld>
            <a:endParaRPr lang="en-AU" dirty="0"/>
          </a:p>
        </p:txBody>
      </p:sp>
      <p:sp>
        <p:nvSpPr>
          <p:cNvPr id="2" name="Content Placeholder 9">
            <a:extLst>
              <a:ext uri="{FF2B5EF4-FFF2-40B4-BE49-F238E27FC236}">
                <a16:creationId xmlns:a16="http://schemas.microsoft.com/office/drawing/2014/main" id="{30F3E36A-4EBF-47B9-BCC1-75D2781A09ED}"/>
              </a:ext>
            </a:extLst>
          </p:cNvPr>
          <p:cNvSpPr>
            <a:spLocks noGrp="1"/>
          </p:cNvSpPr>
          <p:nvPr>
            <p:ph sz="quarter" idx="36"/>
          </p:nvPr>
        </p:nvSpPr>
        <p:spPr>
          <a:xfrm>
            <a:off x="8124823" y="1484784"/>
            <a:ext cx="3587751" cy="4536504"/>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3" name="Content Placeholder 9">
            <a:extLst>
              <a:ext uri="{FF2B5EF4-FFF2-40B4-BE49-F238E27FC236}">
                <a16:creationId xmlns:a16="http://schemas.microsoft.com/office/drawing/2014/main" id="{003AB8B9-705D-9EB6-61DF-4A1C6194F059}"/>
              </a:ext>
            </a:extLst>
          </p:cNvPr>
          <p:cNvSpPr>
            <a:spLocks noGrp="1"/>
          </p:cNvSpPr>
          <p:nvPr>
            <p:ph sz="quarter" idx="37"/>
          </p:nvPr>
        </p:nvSpPr>
        <p:spPr>
          <a:xfrm>
            <a:off x="4384431" y="1484784"/>
            <a:ext cx="3485678" cy="4536504"/>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Title 3">
            <a:extLst>
              <a:ext uri="{FF2B5EF4-FFF2-40B4-BE49-F238E27FC236}">
                <a16:creationId xmlns:a16="http://schemas.microsoft.com/office/drawing/2014/main" id="{243997FD-E4BE-6666-7605-3DC69034BDB3}"/>
              </a:ext>
            </a:extLst>
          </p:cNvPr>
          <p:cNvSpPr>
            <a:spLocks noGrp="1"/>
          </p:cNvSpPr>
          <p:nvPr>
            <p:ph type="title"/>
          </p:nvPr>
        </p:nvSpPr>
        <p:spPr>
          <a:xfrm>
            <a:off x="493988" y="1484785"/>
            <a:ext cx="3585888" cy="1368077"/>
          </a:xfrm>
        </p:spPr>
        <p:txBody>
          <a:bodyPr/>
          <a:lstStyle>
            <a:lvl1pPr>
              <a:defRPr sz="3600"/>
            </a:lvl1pPr>
          </a:lstStyle>
          <a:p>
            <a:r>
              <a:rPr lang="en-GB"/>
              <a:t>Click to edit Master title style</a:t>
            </a:r>
            <a:endParaRPr lang="en-AU" dirty="0"/>
          </a:p>
        </p:txBody>
      </p:sp>
      <p:sp>
        <p:nvSpPr>
          <p:cNvPr id="7" name="Text Placeholder 5">
            <a:extLst>
              <a:ext uri="{FF2B5EF4-FFF2-40B4-BE49-F238E27FC236}">
                <a16:creationId xmlns:a16="http://schemas.microsoft.com/office/drawing/2014/main" id="{508CD5B7-3BBA-3A3A-0CFF-D990A76AA2FD}"/>
              </a:ext>
            </a:extLst>
          </p:cNvPr>
          <p:cNvSpPr>
            <a:spLocks noGrp="1"/>
          </p:cNvSpPr>
          <p:nvPr>
            <p:ph type="body" sz="quarter" idx="31" hasCustomPrompt="1"/>
          </p:nvPr>
        </p:nvSpPr>
        <p:spPr>
          <a:xfrm>
            <a:off x="479425" y="3284662"/>
            <a:ext cx="3744914" cy="2736626"/>
          </a:xfrm>
          <a:prstGeom prst="rect">
            <a:avLst/>
          </a:prstGeom>
        </p:spPr>
        <p:txBody>
          <a:bodyPr>
            <a:noAutofit/>
          </a:bodyPr>
          <a:lstStyle>
            <a:lvl1pPr>
              <a:lnSpc>
                <a:spcPct val="100000"/>
              </a:lnSpc>
              <a:defRPr sz="1600" b="1">
                <a:solidFill>
                  <a:schemeClr val="accent1"/>
                </a:solidFill>
              </a:defRPr>
            </a:lvl1pPr>
            <a:lvl2pPr marL="612" indent="0">
              <a:buNone/>
              <a:defRPr/>
            </a:lvl2pPr>
          </a:lstStyle>
          <a:p>
            <a:pPr lvl="0"/>
            <a:r>
              <a:rPr lang="en-US" dirty="0"/>
              <a:t>[Subtitle]</a:t>
            </a:r>
          </a:p>
        </p:txBody>
      </p:sp>
      <p:pic>
        <p:nvPicPr>
          <p:cNvPr id="10" name="Picture 9">
            <a:extLst>
              <a:ext uri="{FF2B5EF4-FFF2-40B4-BE49-F238E27FC236}">
                <a16:creationId xmlns:a16="http://schemas.microsoft.com/office/drawing/2014/main" id="{A4CBF3F8-121A-7C93-0AA4-68702D146F2A}"/>
              </a:ext>
            </a:extLst>
          </p:cNvPr>
          <p:cNvPicPr preferRelativeResize="0">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28448" y="476672"/>
            <a:ext cx="1584127" cy="415357"/>
          </a:xfrm>
          <a:prstGeom prst="rect">
            <a:avLst/>
          </a:prstGeom>
        </p:spPr>
      </p:pic>
    </p:spTree>
    <p:extLst>
      <p:ext uri="{BB962C8B-B14F-4D97-AF65-F5344CB8AC3E}">
        <p14:creationId xmlns:p14="http://schemas.microsoft.com/office/powerpoint/2010/main" val="267693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cons + two contents">
    <p:spTree>
      <p:nvGrpSpPr>
        <p:cNvPr id="1" name=""/>
        <p:cNvGrpSpPr/>
        <p:nvPr/>
      </p:nvGrpSpPr>
      <p:grpSpPr>
        <a:xfrm>
          <a:off x="0" y="0"/>
          <a:ext cx="0" cy="0"/>
          <a:chOff x="0" y="0"/>
          <a:chExt cx="0" cy="0"/>
        </a:xfrm>
      </p:grpSpPr>
      <p:sp>
        <p:nvSpPr>
          <p:cNvPr id="12" name="Round Single Corner of Rectangle 11">
            <a:extLst>
              <a:ext uri="{FF2B5EF4-FFF2-40B4-BE49-F238E27FC236}">
                <a16:creationId xmlns:a16="http://schemas.microsoft.com/office/drawing/2014/main" id="{832EEB49-E3E8-2949-364A-7A731489AEFA}"/>
              </a:ext>
            </a:extLst>
          </p:cNvPr>
          <p:cNvSpPr/>
          <p:nvPr userDrawn="1"/>
        </p:nvSpPr>
        <p:spPr>
          <a:xfrm flipH="1" flipV="1">
            <a:off x="8124826" y="0"/>
            <a:ext cx="4067173" cy="6858000"/>
          </a:xfrm>
          <a:prstGeom prst="round1Rect">
            <a:avLst>
              <a:gd name="adj" fmla="val 36146"/>
            </a:avLst>
          </a:prstGeom>
          <a:gradFill>
            <a:gsLst>
              <a:gs pos="0">
                <a:schemeClr val="accent2"/>
              </a:gs>
              <a:gs pos="4900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9">
            <a:extLst>
              <a:ext uri="{FF2B5EF4-FFF2-40B4-BE49-F238E27FC236}">
                <a16:creationId xmlns:a16="http://schemas.microsoft.com/office/drawing/2014/main" id="{D5477FFC-1C60-4E3E-BD15-C245B1FFD794}"/>
              </a:ext>
            </a:extLst>
          </p:cNvPr>
          <p:cNvSpPr>
            <a:spLocks noGrp="1"/>
          </p:cNvSpPr>
          <p:nvPr>
            <p:ph sz="quarter" idx="10" hasCustomPrompt="1"/>
          </p:nvPr>
        </p:nvSpPr>
        <p:spPr>
          <a:xfrm>
            <a:off x="9192295" y="1565276"/>
            <a:ext cx="2520279" cy="1008000"/>
          </a:xfrm>
          <a:prstGeom prst="rect">
            <a:avLst/>
          </a:prstGeom>
        </p:spPr>
        <p:txBody>
          <a:bodyPr vert="horz" lIns="0" tIns="0" rIns="0" bIns="0" rtlCol="0">
            <a:noAutofit/>
          </a:bodyPr>
          <a:lstStyle>
            <a:lvl1pPr>
              <a:lnSpc>
                <a:spcPct val="110000"/>
              </a:lnSpc>
              <a:spcBef>
                <a:spcPts val="0"/>
              </a:spcBef>
              <a:spcAft>
                <a:spcPts val="0"/>
              </a:spcAft>
              <a:defRPr lang="en-US" sz="1050" dirty="0">
                <a:solidFill>
                  <a:schemeClr val="bg1"/>
                </a:solidFill>
              </a:defRPr>
            </a:lvl1pPr>
            <a:lvl2pPr>
              <a:lnSpc>
                <a:spcPct val="110000"/>
              </a:lnSpc>
              <a:spcBef>
                <a:spcPts val="0"/>
              </a:spcBef>
              <a:spcAft>
                <a:spcPts val="0"/>
              </a:spcAft>
              <a:defRPr lang="en-US" sz="1050"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r>
              <a:rPr lang="en-US" dirty="0"/>
              <a:t>Edit Master text styles</a:t>
            </a:r>
          </a:p>
          <a:p>
            <a:pPr lvl="1"/>
            <a:r>
              <a:rPr lang="en-US" dirty="0"/>
              <a:t>Second level</a:t>
            </a:r>
          </a:p>
        </p:txBody>
      </p:sp>
      <p:sp>
        <p:nvSpPr>
          <p:cNvPr id="21" name="Content Placeholder 9">
            <a:extLst>
              <a:ext uri="{FF2B5EF4-FFF2-40B4-BE49-F238E27FC236}">
                <a16:creationId xmlns:a16="http://schemas.microsoft.com/office/drawing/2014/main" id="{AF32EBB3-7E44-468B-BEFB-9B255A6F1EB8}"/>
              </a:ext>
            </a:extLst>
          </p:cNvPr>
          <p:cNvSpPr>
            <a:spLocks noGrp="1"/>
          </p:cNvSpPr>
          <p:nvPr>
            <p:ph sz="quarter" idx="34" hasCustomPrompt="1"/>
          </p:nvPr>
        </p:nvSpPr>
        <p:spPr>
          <a:xfrm>
            <a:off x="9192295" y="2781291"/>
            <a:ext cx="2520279" cy="1008000"/>
          </a:xfrm>
          <a:prstGeom prst="rect">
            <a:avLst/>
          </a:prstGeom>
        </p:spPr>
        <p:txBody>
          <a:bodyPr vert="horz" lIns="0" tIns="0" rIns="0" bIns="0" rtlCol="0">
            <a:noAutofit/>
          </a:bodyPr>
          <a:lstStyle>
            <a:lvl1pPr>
              <a:lnSpc>
                <a:spcPct val="110000"/>
              </a:lnSpc>
              <a:spcBef>
                <a:spcPts val="0"/>
              </a:spcBef>
              <a:spcAft>
                <a:spcPts val="0"/>
              </a:spcAft>
              <a:defRPr lang="en-US" sz="1050" dirty="0">
                <a:solidFill>
                  <a:schemeClr val="bg1"/>
                </a:solidFill>
              </a:defRPr>
            </a:lvl1pPr>
            <a:lvl2pPr>
              <a:lnSpc>
                <a:spcPct val="110000"/>
              </a:lnSpc>
              <a:spcBef>
                <a:spcPts val="0"/>
              </a:spcBef>
              <a:spcAft>
                <a:spcPts val="0"/>
              </a:spcAft>
              <a:defRPr lang="en-US" sz="1050"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r>
              <a:rPr lang="en-US" dirty="0"/>
              <a:t>Edit Master text styles</a:t>
            </a:r>
          </a:p>
          <a:p>
            <a:pPr lvl="1"/>
            <a:r>
              <a:rPr lang="en-US" dirty="0"/>
              <a:t>Second level</a:t>
            </a:r>
          </a:p>
        </p:txBody>
      </p:sp>
      <p:sp>
        <p:nvSpPr>
          <p:cNvPr id="22" name="Content Placeholder 9">
            <a:extLst>
              <a:ext uri="{FF2B5EF4-FFF2-40B4-BE49-F238E27FC236}">
                <a16:creationId xmlns:a16="http://schemas.microsoft.com/office/drawing/2014/main" id="{0B41B234-B4D0-4D79-AEB1-C98A1F8CCE58}"/>
              </a:ext>
            </a:extLst>
          </p:cNvPr>
          <p:cNvSpPr>
            <a:spLocks noGrp="1"/>
          </p:cNvSpPr>
          <p:nvPr>
            <p:ph sz="quarter" idx="35" hasCustomPrompt="1"/>
          </p:nvPr>
        </p:nvSpPr>
        <p:spPr>
          <a:xfrm>
            <a:off x="9192295" y="3997306"/>
            <a:ext cx="2520279" cy="1008000"/>
          </a:xfrm>
          <a:prstGeom prst="rect">
            <a:avLst/>
          </a:prstGeom>
        </p:spPr>
        <p:txBody>
          <a:bodyPr vert="horz" lIns="0" tIns="0" rIns="0" bIns="0" rtlCol="0">
            <a:noAutofit/>
          </a:bodyPr>
          <a:lstStyle>
            <a:lvl1pPr>
              <a:lnSpc>
                <a:spcPct val="110000"/>
              </a:lnSpc>
              <a:spcBef>
                <a:spcPts val="0"/>
              </a:spcBef>
              <a:spcAft>
                <a:spcPts val="0"/>
              </a:spcAft>
              <a:defRPr lang="en-US" sz="1050" dirty="0">
                <a:solidFill>
                  <a:schemeClr val="bg1"/>
                </a:solidFill>
              </a:defRPr>
            </a:lvl1pPr>
            <a:lvl2pPr>
              <a:lnSpc>
                <a:spcPct val="110000"/>
              </a:lnSpc>
              <a:spcBef>
                <a:spcPts val="0"/>
              </a:spcBef>
              <a:spcAft>
                <a:spcPts val="0"/>
              </a:spcAft>
              <a:defRPr lang="en-US" sz="1050"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r>
              <a:rPr lang="en-US" dirty="0"/>
              <a:t>Edit Master text styles</a:t>
            </a:r>
          </a:p>
          <a:p>
            <a:pPr lvl="1"/>
            <a:r>
              <a:rPr lang="en-US" dirty="0"/>
              <a:t>Second level</a:t>
            </a:r>
          </a:p>
        </p:txBody>
      </p:sp>
      <p:sp>
        <p:nvSpPr>
          <p:cNvPr id="23" name="Content Placeholder 9">
            <a:extLst>
              <a:ext uri="{FF2B5EF4-FFF2-40B4-BE49-F238E27FC236}">
                <a16:creationId xmlns:a16="http://schemas.microsoft.com/office/drawing/2014/main" id="{0D058AAA-CC5E-4EB4-8A66-630C36AEA6A3}"/>
              </a:ext>
            </a:extLst>
          </p:cNvPr>
          <p:cNvSpPr>
            <a:spLocks noGrp="1"/>
          </p:cNvSpPr>
          <p:nvPr>
            <p:ph sz="quarter" idx="36" hasCustomPrompt="1"/>
          </p:nvPr>
        </p:nvSpPr>
        <p:spPr>
          <a:xfrm>
            <a:off x="9192295" y="5213321"/>
            <a:ext cx="2520279" cy="1008000"/>
          </a:xfrm>
          <a:prstGeom prst="rect">
            <a:avLst/>
          </a:prstGeom>
        </p:spPr>
        <p:txBody>
          <a:bodyPr vert="horz" lIns="0" tIns="0" rIns="0" bIns="0" rtlCol="0">
            <a:noAutofit/>
          </a:bodyPr>
          <a:lstStyle>
            <a:lvl1pPr>
              <a:lnSpc>
                <a:spcPct val="110000"/>
              </a:lnSpc>
              <a:spcBef>
                <a:spcPts val="0"/>
              </a:spcBef>
              <a:spcAft>
                <a:spcPts val="0"/>
              </a:spcAft>
              <a:defRPr lang="en-US" sz="1050" dirty="0">
                <a:solidFill>
                  <a:schemeClr val="bg1"/>
                </a:solidFill>
              </a:defRPr>
            </a:lvl1pPr>
            <a:lvl2pPr>
              <a:lnSpc>
                <a:spcPct val="110000"/>
              </a:lnSpc>
              <a:spcBef>
                <a:spcPts val="0"/>
              </a:spcBef>
              <a:spcAft>
                <a:spcPts val="0"/>
              </a:spcAft>
              <a:defRPr lang="en-US" sz="1050" dirty="0">
                <a:solidFill>
                  <a:schemeClr val="bg1"/>
                </a:solidFill>
              </a:defRPr>
            </a:lvl2pPr>
            <a:lvl3pPr>
              <a:defRPr lang="en-US" dirty="0">
                <a:solidFill>
                  <a:schemeClr val="bg1"/>
                </a:solidFill>
              </a:defRPr>
            </a:lvl3pPr>
            <a:lvl4pPr>
              <a:defRPr lang="en-US" dirty="0">
                <a:solidFill>
                  <a:schemeClr val="bg1"/>
                </a:solidFill>
              </a:defRPr>
            </a:lvl4pPr>
            <a:lvl5pPr>
              <a:defRPr lang="en-US" dirty="0">
                <a:solidFill>
                  <a:schemeClr val="bg1"/>
                </a:solidFill>
              </a:defRPr>
            </a:lvl5pPr>
          </a:lstStyle>
          <a:p>
            <a:pPr lvl="0"/>
            <a:r>
              <a:rPr lang="en-US" dirty="0"/>
              <a:t>Edit Master text styles</a:t>
            </a:r>
          </a:p>
          <a:p>
            <a:pPr lvl="1"/>
            <a:r>
              <a:rPr lang="en-US" dirty="0"/>
              <a:t>Second level</a:t>
            </a:r>
          </a:p>
        </p:txBody>
      </p:sp>
      <p:sp>
        <p:nvSpPr>
          <p:cNvPr id="24" name="Content Placeholder 12">
            <a:extLst>
              <a:ext uri="{FF2B5EF4-FFF2-40B4-BE49-F238E27FC236}">
                <a16:creationId xmlns:a16="http://schemas.microsoft.com/office/drawing/2014/main" id="{4D2AB6EC-9563-4A3F-B32C-5B6C8DECC827}"/>
              </a:ext>
            </a:extLst>
          </p:cNvPr>
          <p:cNvSpPr>
            <a:spLocks noGrp="1"/>
          </p:cNvSpPr>
          <p:nvPr>
            <p:ph sz="quarter" idx="12" hasCustomPrompt="1"/>
          </p:nvPr>
        </p:nvSpPr>
        <p:spPr>
          <a:xfrm>
            <a:off x="8688162" y="1565276"/>
            <a:ext cx="306283" cy="307975"/>
          </a:xfrm>
          <a:prstGeom prst="rect">
            <a:avLst/>
          </a:prstGeom>
        </p:spPr>
        <p:txBody>
          <a:bodyPr>
            <a:normAutofit/>
          </a:bodyPr>
          <a:lstStyle>
            <a:lvl1pPr>
              <a:defRPr sz="800">
                <a:solidFill>
                  <a:schemeClr val="bg1"/>
                </a:solidFill>
              </a:defRPr>
            </a:lvl1pPr>
          </a:lstStyle>
          <a:p>
            <a:pPr lvl="0"/>
            <a:r>
              <a:rPr lang="en-US" dirty="0"/>
              <a:t> icon</a:t>
            </a:r>
            <a:endParaRPr lang="en-AU" dirty="0"/>
          </a:p>
        </p:txBody>
      </p:sp>
      <p:sp>
        <p:nvSpPr>
          <p:cNvPr id="25" name="Content Placeholder 12">
            <a:extLst>
              <a:ext uri="{FF2B5EF4-FFF2-40B4-BE49-F238E27FC236}">
                <a16:creationId xmlns:a16="http://schemas.microsoft.com/office/drawing/2014/main" id="{4ABE180E-CFFE-4CAE-A73A-A88BD1BEE804}"/>
              </a:ext>
            </a:extLst>
          </p:cNvPr>
          <p:cNvSpPr>
            <a:spLocks noGrp="1"/>
          </p:cNvSpPr>
          <p:nvPr>
            <p:ph sz="quarter" idx="37" hasCustomPrompt="1"/>
          </p:nvPr>
        </p:nvSpPr>
        <p:spPr>
          <a:xfrm>
            <a:off x="8688162" y="2781291"/>
            <a:ext cx="306283" cy="307975"/>
          </a:xfrm>
          <a:prstGeom prst="rect">
            <a:avLst/>
          </a:prstGeom>
        </p:spPr>
        <p:txBody>
          <a:bodyPr>
            <a:normAutofit/>
          </a:bodyPr>
          <a:lstStyle>
            <a:lvl1pPr>
              <a:defRPr sz="800">
                <a:solidFill>
                  <a:schemeClr val="bg1"/>
                </a:solidFill>
              </a:defRPr>
            </a:lvl1pPr>
          </a:lstStyle>
          <a:p>
            <a:pPr lvl="0"/>
            <a:r>
              <a:rPr lang="en-US" dirty="0"/>
              <a:t> icon</a:t>
            </a:r>
            <a:endParaRPr lang="en-AU" dirty="0"/>
          </a:p>
        </p:txBody>
      </p:sp>
      <p:sp>
        <p:nvSpPr>
          <p:cNvPr id="26" name="Content Placeholder 12">
            <a:extLst>
              <a:ext uri="{FF2B5EF4-FFF2-40B4-BE49-F238E27FC236}">
                <a16:creationId xmlns:a16="http://schemas.microsoft.com/office/drawing/2014/main" id="{ECD62701-D54F-4D35-A337-33AE67BB7307}"/>
              </a:ext>
            </a:extLst>
          </p:cNvPr>
          <p:cNvSpPr>
            <a:spLocks noGrp="1"/>
          </p:cNvSpPr>
          <p:nvPr>
            <p:ph sz="quarter" idx="38" hasCustomPrompt="1"/>
          </p:nvPr>
        </p:nvSpPr>
        <p:spPr>
          <a:xfrm>
            <a:off x="8688162" y="3997306"/>
            <a:ext cx="306283" cy="307975"/>
          </a:xfrm>
          <a:prstGeom prst="rect">
            <a:avLst/>
          </a:prstGeom>
        </p:spPr>
        <p:txBody>
          <a:bodyPr>
            <a:normAutofit/>
          </a:bodyPr>
          <a:lstStyle>
            <a:lvl1pPr>
              <a:defRPr sz="800">
                <a:solidFill>
                  <a:schemeClr val="bg1"/>
                </a:solidFill>
              </a:defRPr>
            </a:lvl1pPr>
          </a:lstStyle>
          <a:p>
            <a:pPr lvl="0"/>
            <a:r>
              <a:rPr lang="en-US" dirty="0"/>
              <a:t> icon</a:t>
            </a:r>
            <a:endParaRPr lang="en-AU" dirty="0"/>
          </a:p>
        </p:txBody>
      </p:sp>
      <p:sp>
        <p:nvSpPr>
          <p:cNvPr id="27" name="Content Placeholder 12">
            <a:extLst>
              <a:ext uri="{FF2B5EF4-FFF2-40B4-BE49-F238E27FC236}">
                <a16:creationId xmlns:a16="http://schemas.microsoft.com/office/drawing/2014/main" id="{3CA48A95-C256-4238-BDF0-2E7279624AEB}"/>
              </a:ext>
            </a:extLst>
          </p:cNvPr>
          <p:cNvSpPr>
            <a:spLocks noGrp="1"/>
          </p:cNvSpPr>
          <p:nvPr>
            <p:ph sz="quarter" idx="39" hasCustomPrompt="1"/>
          </p:nvPr>
        </p:nvSpPr>
        <p:spPr>
          <a:xfrm>
            <a:off x="8688162" y="5213321"/>
            <a:ext cx="306283" cy="307975"/>
          </a:xfrm>
          <a:prstGeom prst="rect">
            <a:avLst/>
          </a:prstGeom>
        </p:spPr>
        <p:txBody>
          <a:bodyPr>
            <a:normAutofit/>
          </a:bodyPr>
          <a:lstStyle>
            <a:lvl1pPr>
              <a:defRPr sz="800">
                <a:solidFill>
                  <a:schemeClr val="bg1"/>
                </a:solidFill>
              </a:defRPr>
            </a:lvl1pPr>
          </a:lstStyle>
          <a:p>
            <a:pPr lvl="0"/>
            <a:r>
              <a:rPr lang="en-US" dirty="0"/>
              <a:t> icon</a:t>
            </a:r>
            <a:endParaRPr lang="en-AU" dirty="0"/>
          </a:p>
        </p:txBody>
      </p:sp>
      <p:sp>
        <p:nvSpPr>
          <p:cNvPr id="2" name="Content Placeholder 9">
            <a:extLst>
              <a:ext uri="{FF2B5EF4-FFF2-40B4-BE49-F238E27FC236}">
                <a16:creationId xmlns:a16="http://schemas.microsoft.com/office/drawing/2014/main" id="{5276696D-8D14-4585-9604-5A008488CFB1}"/>
              </a:ext>
            </a:extLst>
          </p:cNvPr>
          <p:cNvSpPr>
            <a:spLocks noGrp="1"/>
          </p:cNvSpPr>
          <p:nvPr>
            <p:ph sz="quarter" idx="40"/>
          </p:nvPr>
        </p:nvSpPr>
        <p:spPr>
          <a:xfrm>
            <a:off x="479424" y="2255224"/>
            <a:ext cx="3587751" cy="4126526"/>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3" name="Title 3">
            <a:extLst>
              <a:ext uri="{FF2B5EF4-FFF2-40B4-BE49-F238E27FC236}">
                <a16:creationId xmlns:a16="http://schemas.microsoft.com/office/drawing/2014/main" id="{A4EB503B-F620-32DF-36DF-10A7FBA9BE5D}"/>
              </a:ext>
            </a:extLst>
          </p:cNvPr>
          <p:cNvSpPr>
            <a:spLocks noGrp="1"/>
          </p:cNvSpPr>
          <p:nvPr>
            <p:ph type="title"/>
          </p:nvPr>
        </p:nvSpPr>
        <p:spPr>
          <a:xfrm>
            <a:off x="479424" y="895344"/>
            <a:ext cx="7390685" cy="469056"/>
          </a:xfrm>
        </p:spPr>
        <p:txBody>
          <a:bodyPr/>
          <a:lstStyle>
            <a:lvl1pPr>
              <a:defRPr sz="3600"/>
            </a:lvl1pPr>
          </a:lstStyle>
          <a:p>
            <a:r>
              <a:rPr lang="en-GB"/>
              <a:t>Click to edit Master title style</a:t>
            </a:r>
            <a:endParaRPr lang="en-AU" dirty="0"/>
          </a:p>
        </p:txBody>
      </p:sp>
      <p:sp>
        <p:nvSpPr>
          <p:cNvPr id="6" name="Text Placeholder 5">
            <a:extLst>
              <a:ext uri="{FF2B5EF4-FFF2-40B4-BE49-F238E27FC236}">
                <a16:creationId xmlns:a16="http://schemas.microsoft.com/office/drawing/2014/main" id="{806F8CCC-8CBE-E992-6E21-C9AB4B1A3469}"/>
              </a:ext>
            </a:extLst>
          </p:cNvPr>
          <p:cNvSpPr>
            <a:spLocks noGrp="1"/>
          </p:cNvSpPr>
          <p:nvPr>
            <p:ph type="body" sz="quarter" idx="31" hasCustomPrompt="1"/>
          </p:nvPr>
        </p:nvSpPr>
        <p:spPr>
          <a:xfrm>
            <a:off x="479424" y="1573248"/>
            <a:ext cx="7390685" cy="506132"/>
          </a:xfrm>
          <a:prstGeom prst="rect">
            <a:avLst/>
          </a:prstGeom>
        </p:spPr>
        <p:txBody>
          <a:bodyPr>
            <a:noAutofit/>
          </a:bodyPr>
          <a:lstStyle>
            <a:lvl1pPr>
              <a:lnSpc>
                <a:spcPct val="100000"/>
              </a:lnSpc>
              <a:defRPr sz="1600" b="1">
                <a:solidFill>
                  <a:schemeClr val="tx2"/>
                </a:solidFill>
              </a:defRPr>
            </a:lvl1pPr>
            <a:lvl2pPr marL="612" indent="0">
              <a:buNone/>
              <a:defRPr/>
            </a:lvl2pPr>
          </a:lstStyle>
          <a:p>
            <a:pPr lvl="0"/>
            <a:r>
              <a:rPr lang="en-US" dirty="0"/>
              <a:t>[Subtitle]</a:t>
            </a:r>
          </a:p>
        </p:txBody>
      </p:sp>
      <p:sp>
        <p:nvSpPr>
          <p:cNvPr id="7" name="Content Placeholder 9">
            <a:extLst>
              <a:ext uri="{FF2B5EF4-FFF2-40B4-BE49-F238E27FC236}">
                <a16:creationId xmlns:a16="http://schemas.microsoft.com/office/drawing/2014/main" id="{7BA7640B-B8AC-33C0-35DA-CEEFFC9B8211}"/>
              </a:ext>
            </a:extLst>
          </p:cNvPr>
          <p:cNvSpPr>
            <a:spLocks noGrp="1"/>
          </p:cNvSpPr>
          <p:nvPr>
            <p:ph sz="quarter" idx="41"/>
          </p:nvPr>
        </p:nvSpPr>
        <p:spPr>
          <a:xfrm>
            <a:off x="4384431" y="2255224"/>
            <a:ext cx="3485678" cy="4126526"/>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Footer Placeholder 4">
            <a:extLst>
              <a:ext uri="{FF2B5EF4-FFF2-40B4-BE49-F238E27FC236}">
                <a16:creationId xmlns:a16="http://schemas.microsoft.com/office/drawing/2014/main" id="{60798AF3-3C99-5F49-CB7E-1E0E7D35FFCE}"/>
              </a:ext>
            </a:extLst>
          </p:cNvPr>
          <p:cNvSpPr>
            <a:spLocks noGrp="1"/>
          </p:cNvSpPr>
          <p:nvPr>
            <p:ph type="ftr" sz="quarter" idx="17"/>
          </p:nvPr>
        </p:nvSpPr>
        <p:spPr>
          <a:xfrm>
            <a:off x="479425" y="6381750"/>
            <a:ext cx="3744913" cy="476250"/>
          </a:xfrm>
        </p:spPr>
        <p:txBody>
          <a:bodyPr/>
          <a:lstStyle/>
          <a:p>
            <a:endParaRPr lang="en-AU" dirty="0"/>
          </a:p>
        </p:txBody>
      </p:sp>
      <p:sp>
        <p:nvSpPr>
          <p:cNvPr id="9" name="Slide Number Placeholder 6">
            <a:extLst>
              <a:ext uri="{FF2B5EF4-FFF2-40B4-BE49-F238E27FC236}">
                <a16:creationId xmlns:a16="http://schemas.microsoft.com/office/drawing/2014/main" id="{FDF27665-A294-1EA5-FA10-A5E2C8A9E5EC}"/>
              </a:ext>
            </a:extLst>
          </p:cNvPr>
          <p:cNvSpPr>
            <a:spLocks noGrp="1"/>
          </p:cNvSpPr>
          <p:nvPr>
            <p:ph type="sldNum" sz="quarter" idx="18"/>
          </p:nvPr>
        </p:nvSpPr>
        <p:spPr>
          <a:xfrm>
            <a:off x="11208567" y="6381750"/>
            <a:ext cx="504007" cy="476250"/>
          </a:xfrm>
        </p:spPr>
        <p:txBody>
          <a:bodyPr/>
          <a:lstStyle>
            <a:lvl1pPr>
              <a:defRPr>
                <a:solidFill>
                  <a:schemeClr val="bg1"/>
                </a:solidFill>
              </a:defRPr>
            </a:lvl1pPr>
          </a:lstStyle>
          <a:p>
            <a:fld id="{E917DE0E-AFB1-41FD-BC35-27DB61CA125F}" type="slidenum">
              <a:rPr lang="en-AU" smtClean="0"/>
              <a:pPr/>
              <a:t>‹#›</a:t>
            </a:fld>
            <a:endParaRPr lang="en-AU" dirty="0"/>
          </a:p>
        </p:txBody>
      </p:sp>
      <p:pic>
        <p:nvPicPr>
          <p:cNvPr id="13" name="Picture 12">
            <a:extLst>
              <a:ext uri="{FF2B5EF4-FFF2-40B4-BE49-F238E27FC236}">
                <a16:creationId xmlns:a16="http://schemas.microsoft.com/office/drawing/2014/main" id="{95A66DC6-E98D-4EB4-3BE2-DBD96355BAD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28448" y="476250"/>
            <a:ext cx="1584127" cy="415356"/>
          </a:xfrm>
          <a:prstGeom prst="rect">
            <a:avLst/>
          </a:prstGeom>
        </p:spPr>
      </p:pic>
    </p:spTree>
    <p:extLst>
      <p:ext uri="{BB962C8B-B14F-4D97-AF65-F5344CB8AC3E}">
        <p14:creationId xmlns:p14="http://schemas.microsoft.com/office/powerpoint/2010/main" val="2173010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2 Graphs">
    <p:spTree>
      <p:nvGrpSpPr>
        <p:cNvPr id="1" name=""/>
        <p:cNvGrpSpPr/>
        <p:nvPr/>
      </p:nvGrpSpPr>
      <p:grpSpPr>
        <a:xfrm>
          <a:off x="0" y="0"/>
          <a:ext cx="0" cy="0"/>
          <a:chOff x="0" y="0"/>
          <a:chExt cx="0" cy="0"/>
        </a:xfrm>
      </p:grpSpPr>
      <p:sp>
        <p:nvSpPr>
          <p:cNvPr id="9" name="Footer Placeholder 8">
            <a:extLst>
              <a:ext uri="{FF2B5EF4-FFF2-40B4-BE49-F238E27FC236}">
                <a16:creationId xmlns:a16="http://schemas.microsoft.com/office/drawing/2014/main" id="{40E684A2-92A1-4743-93DB-A2D5AFCE792F}"/>
              </a:ext>
            </a:extLst>
          </p:cNvPr>
          <p:cNvSpPr>
            <a:spLocks noGrp="1"/>
          </p:cNvSpPr>
          <p:nvPr>
            <p:ph type="ftr" sz="quarter" idx="21"/>
          </p:nvPr>
        </p:nvSpPr>
        <p:spPr/>
        <p:txBody>
          <a:bodyPr/>
          <a:lstStyle/>
          <a:p>
            <a:endParaRPr lang="en-AU" dirty="0"/>
          </a:p>
        </p:txBody>
      </p:sp>
      <p:sp>
        <p:nvSpPr>
          <p:cNvPr id="10" name="Slide Number Placeholder 9">
            <a:extLst>
              <a:ext uri="{FF2B5EF4-FFF2-40B4-BE49-F238E27FC236}">
                <a16:creationId xmlns:a16="http://schemas.microsoft.com/office/drawing/2014/main" id="{3B228959-3C67-45BC-954A-A13981901278}"/>
              </a:ext>
            </a:extLst>
          </p:cNvPr>
          <p:cNvSpPr>
            <a:spLocks noGrp="1"/>
          </p:cNvSpPr>
          <p:nvPr>
            <p:ph type="sldNum" sz="quarter" idx="22"/>
          </p:nvPr>
        </p:nvSpPr>
        <p:spPr/>
        <p:txBody>
          <a:bodyPr/>
          <a:lstStyle/>
          <a:p>
            <a:fld id="{E917DE0E-AFB1-41FD-BC35-27DB61CA125F}" type="slidenum">
              <a:rPr lang="en-AU" smtClean="0"/>
              <a:pPr/>
              <a:t>‹#›</a:t>
            </a:fld>
            <a:endParaRPr lang="en-AU" dirty="0"/>
          </a:p>
        </p:txBody>
      </p:sp>
      <p:sp>
        <p:nvSpPr>
          <p:cNvPr id="14" name="Content Placeholder 9">
            <a:extLst>
              <a:ext uri="{FF2B5EF4-FFF2-40B4-BE49-F238E27FC236}">
                <a16:creationId xmlns:a16="http://schemas.microsoft.com/office/drawing/2014/main" id="{CEC2D33F-D887-4527-98FE-88AEA004A9AE}"/>
              </a:ext>
            </a:extLst>
          </p:cNvPr>
          <p:cNvSpPr>
            <a:spLocks noGrp="1"/>
          </p:cNvSpPr>
          <p:nvPr>
            <p:ph sz="quarter" idx="10" hasCustomPrompt="1"/>
          </p:nvPr>
        </p:nvSpPr>
        <p:spPr>
          <a:xfrm>
            <a:off x="479424" y="2703338"/>
            <a:ext cx="5312503" cy="3678412"/>
          </a:xfrm>
          <a:prstGeom prst="rect">
            <a:avLst/>
          </a:prstGeo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insert graph</a:t>
            </a:r>
          </a:p>
        </p:txBody>
      </p:sp>
      <p:sp>
        <p:nvSpPr>
          <p:cNvPr id="20" name="Content Placeholder 9">
            <a:extLst>
              <a:ext uri="{FF2B5EF4-FFF2-40B4-BE49-F238E27FC236}">
                <a16:creationId xmlns:a16="http://schemas.microsoft.com/office/drawing/2014/main" id="{4C22DC31-C022-4D35-A4CA-01E2EE12CEB3}"/>
              </a:ext>
            </a:extLst>
          </p:cNvPr>
          <p:cNvSpPr>
            <a:spLocks noGrp="1"/>
          </p:cNvSpPr>
          <p:nvPr>
            <p:ph sz="quarter" idx="32" hasCustomPrompt="1"/>
          </p:nvPr>
        </p:nvSpPr>
        <p:spPr>
          <a:xfrm>
            <a:off x="483074" y="2247504"/>
            <a:ext cx="5322251" cy="287710"/>
          </a:xfrm>
          <a:prstGeom prst="rect">
            <a:avLst/>
          </a:prstGeom>
        </p:spPr>
        <p:txBody>
          <a:bodyPr>
            <a:normAutofit/>
          </a:bodyPr>
          <a:lstStyle>
            <a:lvl1pPr>
              <a:defRPr lang="en-US" sz="1600" b="1" dirty="0"/>
            </a:lvl1pPr>
            <a:lvl2pPr>
              <a:defRPr lang="en-US" sz="1200" dirty="0"/>
            </a:lvl2pPr>
            <a:lvl3pPr>
              <a:defRPr lang="en-US" sz="1200" dirty="0"/>
            </a:lvl3pPr>
            <a:lvl4pPr>
              <a:defRPr lang="en-US" sz="1200" dirty="0"/>
            </a:lvl4pPr>
            <a:lvl5pPr>
              <a:spcBef>
                <a:spcPts val="1200"/>
              </a:spcBef>
              <a:defRPr lang="en-US" sz="1200" dirty="0"/>
            </a:lvl5pPr>
            <a:lvl6pPr>
              <a:defRPr lang="en-AU" dirty="0"/>
            </a:lvl6pPr>
          </a:lstStyle>
          <a:p>
            <a:pPr lvl="0"/>
            <a:r>
              <a:rPr lang="en-US" dirty="0"/>
              <a:t>[Graph title]</a:t>
            </a:r>
          </a:p>
        </p:txBody>
      </p:sp>
      <p:sp>
        <p:nvSpPr>
          <p:cNvPr id="3" name="Title 3">
            <a:extLst>
              <a:ext uri="{FF2B5EF4-FFF2-40B4-BE49-F238E27FC236}">
                <a16:creationId xmlns:a16="http://schemas.microsoft.com/office/drawing/2014/main" id="{99117C5C-8131-4EBC-FB2F-515A84B94115}"/>
              </a:ext>
            </a:extLst>
          </p:cNvPr>
          <p:cNvSpPr>
            <a:spLocks noGrp="1"/>
          </p:cNvSpPr>
          <p:nvPr>
            <p:ph type="title"/>
          </p:nvPr>
        </p:nvSpPr>
        <p:spPr>
          <a:xfrm>
            <a:off x="479424" y="895344"/>
            <a:ext cx="8928943" cy="469056"/>
          </a:xfrm>
        </p:spPr>
        <p:txBody>
          <a:bodyPr/>
          <a:lstStyle>
            <a:lvl1pPr>
              <a:defRPr sz="3600"/>
            </a:lvl1pPr>
          </a:lstStyle>
          <a:p>
            <a:r>
              <a:rPr lang="en-GB"/>
              <a:t>Click to edit Master title style</a:t>
            </a:r>
            <a:endParaRPr lang="en-AU" dirty="0"/>
          </a:p>
        </p:txBody>
      </p:sp>
      <p:sp>
        <p:nvSpPr>
          <p:cNvPr id="4" name="Text Placeholder 5">
            <a:extLst>
              <a:ext uri="{FF2B5EF4-FFF2-40B4-BE49-F238E27FC236}">
                <a16:creationId xmlns:a16="http://schemas.microsoft.com/office/drawing/2014/main" id="{94ED851F-A74B-8BEB-BD56-328B63E755C0}"/>
              </a:ext>
            </a:extLst>
          </p:cNvPr>
          <p:cNvSpPr>
            <a:spLocks noGrp="1"/>
          </p:cNvSpPr>
          <p:nvPr>
            <p:ph type="body" sz="quarter" idx="31" hasCustomPrompt="1"/>
          </p:nvPr>
        </p:nvSpPr>
        <p:spPr>
          <a:xfrm>
            <a:off x="479424" y="1573248"/>
            <a:ext cx="8928943" cy="506132"/>
          </a:xfrm>
          <a:prstGeom prst="rect">
            <a:avLst/>
          </a:prstGeom>
        </p:spPr>
        <p:txBody>
          <a:bodyPr>
            <a:noAutofit/>
          </a:bodyPr>
          <a:lstStyle>
            <a:lvl1pPr>
              <a:lnSpc>
                <a:spcPct val="100000"/>
              </a:lnSpc>
              <a:defRPr sz="1600" b="1">
                <a:solidFill>
                  <a:schemeClr val="tx2"/>
                </a:solidFill>
              </a:defRPr>
            </a:lvl1pPr>
            <a:lvl2pPr marL="612" indent="0">
              <a:buNone/>
              <a:defRPr/>
            </a:lvl2pPr>
          </a:lstStyle>
          <a:p>
            <a:pPr lvl="0"/>
            <a:r>
              <a:rPr lang="en-US" dirty="0"/>
              <a:t>[Subtitle]</a:t>
            </a:r>
          </a:p>
        </p:txBody>
      </p:sp>
      <p:sp>
        <p:nvSpPr>
          <p:cNvPr id="5" name="Content Placeholder 9">
            <a:extLst>
              <a:ext uri="{FF2B5EF4-FFF2-40B4-BE49-F238E27FC236}">
                <a16:creationId xmlns:a16="http://schemas.microsoft.com/office/drawing/2014/main" id="{DD4130B3-A21B-BC5E-65C5-C4114440B1F1}"/>
              </a:ext>
            </a:extLst>
          </p:cNvPr>
          <p:cNvSpPr>
            <a:spLocks noGrp="1"/>
          </p:cNvSpPr>
          <p:nvPr>
            <p:ph sz="quarter" idx="33" hasCustomPrompt="1"/>
          </p:nvPr>
        </p:nvSpPr>
        <p:spPr>
          <a:xfrm>
            <a:off x="6386677" y="2703338"/>
            <a:ext cx="5312503" cy="3678412"/>
          </a:xfrm>
          <a:prstGeom prst="rect">
            <a:avLst/>
          </a:prstGeo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insert graph</a:t>
            </a:r>
          </a:p>
        </p:txBody>
      </p:sp>
      <p:sp>
        <p:nvSpPr>
          <p:cNvPr id="6" name="Content Placeholder 9">
            <a:extLst>
              <a:ext uri="{FF2B5EF4-FFF2-40B4-BE49-F238E27FC236}">
                <a16:creationId xmlns:a16="http://schemas.microsoft.com/office/drawing/2014/main" id="{BFA429BF-02FC-9EB2-8DE8-364B75C4DCF9}"/>
              </a:ext>
            </a:extLst>
          </p:cNvPr>
          <p:cNvSpPr>
            <a:spLocks noGrp="1"/>
          </p:cNvSpPr>
          <p:nvPr>
            <p:ph sz="quarter" idx="34" hasCustomPrompt="1"/>
          </p:nvPr>
        </p:nvSpPr>
        <p:spPr>
          <a:xfrm>
            <a:off x="6390327" y="2247504"/>
            <a:ext cx="5322251" cy="287710"/>
          </a:xfrm>
          <a:prstGeom prst="rect">
            <a:avLst/>
          </a:prstGeom>
        </p:spPr>
        <p:txBody>
          <a:bodyPr>
            <a:normAutofit/>
          </a:bodyPr>
          <a:lstStyle>
            <a:lvl1pPr>
              <a:defRPr lang="en-US" sz="1600" b="1" dirty="0"/>
            </a:lvl1pPr>
            <a:lvl2pPr>
              <a:defRPr lang="en-US" sz="1200" dirty="0"/>
            </a:lvl2pPr>
            <a:lvl3pPr>
              <a:defRPr lang="en-US" sz="1200" dirty="0"/>
            </a:lvl3pPr>
            <a:lvl4pPr>
              <a:defRPr lang="en-US" sz="1200" dirty="0"/>
            </a:lvl4pPr>
            <a:lvl5pPr>
              <a:spcBef>
                <a:spcPts val="1200"/>
              </a:spcBef>
              <a:defRPr lang="en-US" sz="1200" dirty="0"/>
            </a:lvl5pPr>
            <a:lvl6pPr>
              <a:defRPr lang="en-AU" dirty="0"/>
            </a:lvl6pPr>
          </a:lstStyle>
          <a:p>
            <a:pPr lvl="0"/>
            <a:r>
              <a:rPr lang="en-US" dirty="0"/>
              <a:t>[Graph title]</a:t>
            </a:r>
          </a:p>
        </p:txBody>
      </p:sp>
    </p:spTree>
    <p:extLst>
      <p:ext uri="{BB962C8B-B14F-4D97-AF65-F5344CB8AC3E}">
        <p14:creationId xmlns:p14="http://schemas.microsoft.com/office/powerpoint/2010/main" val="3024888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Layout Horizontal">
    <p:spTree>
      <p:nvGrpSpPr>
        <p:cNvPr id="1" name=""/>
        <p:cNvGrpSpPr/>
        <p:nvPr/>
      </p:nvGrpSpPr>
      <p:grpSpPr>
        <a:xfrm>
          <a:off x="0" y="0"/>
          <a:ext cx="0" cy="0"/>
          <a:chOff x="0" y="0"/>
          <a:chExt cx="0" cy="0"/>
        </a:xfrm>
      </p:grpSpPr>
      <p:sp>
        <p:nvSpPr>
          <p:cNvPr id="13" name="Footer Placeholder 12">
            <a:extLst>
              <a:ext uri="{FF2B5EF4-FFF2-40B4-BE49-F238E27FC236}">
                <a16:creationId xmlns:a16="http://schemas.microsoft.com/office/drawing/2014/main" id="{23BF6C02-0CA6-49E2-A373-73DF26BA1D21}"/>
              </a:ext>
            </a:extLst>
          </p:cNvPr>
          <p:cNvSpPr>
            <a:spLocks noGrp="1"/>
          </p:cNvSpPr>
          <p:nvPr>
            <p:ph type="ftr" sz="quarter" idx="19"/>
          </p:nvPr>
        </p:nvSpPr>
        <p:spPr/>
        <p:txBody>
          <a:bodyPr/>
          <a:lstStyle/>
          <a:p>
            <a:endParaRPr lang="en-AU" dirty="0"/>
          </a:p>
        </p:txBody>
      </p:sp>
      <p:sp>
        <p:nvSpPr>
          <p:cNvPr id="14" name="Slide Number Placeholder 13">
            <a:extLst>
              <a:ext uri="{FF2B5EF4-FFF2-40B4-BE49-F238E27FC236}">
                <a16:creationId xmlns:a16="http://schemas.microsoft.com/office/drawing/2014/main" id="{D89DCE9D-2EC0-4E96-8676-B7755E0D22A7}"/>
              </a:ext>
            </a:extLst>
          </p:cNvPr>
          <p:cNvSpPr>
            <a:spLocks noGrp="1"/>
          </p:cNvSpPr>
          <p:nvPr>
            <p:ph type="sldNum" sz="quarter" idx="20"/>
          </p:nvPr>
        </p:nvSpPr>
        <p:spPr/>
        <p:txBody>
          <a:bodyPr/>
          <a:lstStyle/>
          <a:p>
            <a:fld id="{E917DE0E-AFB1-41FD-BC35-27DB61CA125F}" type="slidenum">
              <a:rPr lang="en-AU" smtClean="0"/>
              <a:pPr/>
              <a:t>‹#›</a:t>
            </a:fld>
            <a:endParaRPr lang="en-AU" dirty="0"/>
          </a:p>
        </p:txBody>
      </p:sp>
      <p:sp>
        <p:nvSpPr>
          <p:cNvPr id="11" name="Content Placeholder 9">
            <a:extLst>
              <a:ext uri="{FF2B5EF4-FFF2-40B4-BE49-F238E27FC236}">
                <a16:creationId xmlns:a16="http://schemas.microsoft.com/office/drawing/2014/main" id="{E77EF712-8DED-4A52-BD51-103375D11B54}"/>
              </a:ext>
            </a:extLst>
          </p:cNvPr>
          <p:cNvSpPr>
            <a:spLocks noGrp="1"/>
          </p:cNvSpPr>
          <p:nvPr>
            <p:ph sz="quarter" idx="10"/>
          </p:nvPr>
        </p:nvSpPr>
        <p:spPr>
          <a:xfrm>
            <a:off x="479424" y="2247504"/>
            <a:ext cx="11233150" cy="1901576"/>
          </a:xfrm>
          <a:prstGeom prst="rect">
            <a:avLst/>
          </a:prstGeom>
        </p:spPr>
        <p:txBody>
          <a:bodyPr vert="horz" lIns="0" tIns="0" rIns="0" bIns="0" rtlCol="0">
            <a:no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GB"/>
              <a:t>Click to edit Master text styles</a:t>
            </a:r>
          </a:p>
        </p:txBody>
      </p:sp>
      <p:sp>
        <p:nvSpPr>
          <p:cNvPr id="3" name="Title 3">
            <a:extLst>
              <a:ext uri="{FF2B5EF4-FFF2-40B4-BE49-F238E27FC236}">
                <a16:creationId xmlns:a16="http://schemas.microsoft.com/office/drawing/2014/main" id="{C8BC80DF-B4A1-B427-757B-C8F10AB64220}"/>
              </a:ext>
            </a:extLst>
          </p:cNvPr>
          <p:cNvSpPr>
            <a:spLocks noGrp="1"/>
          </p:cNvSpPr>
          <p:nvPr>
            <p:ph type="title"/>
          </p:nvPr>
        </p:nvSpPr>
        <p:spPr>
          <a:xfrm>
            <a:off x="479424" y="895344"/>
            <a:ext cx="8928943" cy="469056"/>
          </a:xfrm>
        </p:spPr>
        <p:txBody>
          <a:bodyPr/>
          <a:lstStyle>
            <a:lvl1pPr>
              <a:defRPr sz="3600"/>
            </a:lvl1pPr>
          </a:lstStyle>
          <a:p>
            <a:r>
              <a:rPr lang="en-GB"/>
              <a:t>Click to edit Master title style</a:t>
            </a:r>
            <a:endParaRPr lang="en-AU" dirty="0"/>
          </a:p>
        </p:txBody>
      </p:sp>
      <p:sp>
        <p:nvSpPr>
          <p:cNvPr id="4" name="Text Placeholder 5">
            <a:extLst>
              <a:ext uri="{FF2B5EF4-FFF2-40B4-BE49-F238E27FC236}">
                <a16:creationId xmlns:a16="http://schemas.microsoft.com/office/drawing/2014/main" id="{EBF508D1-ECA5-3CA6-0BF5-15748D904F8E}"/>
              </a:ext>
            </a:extLst>
          </p:cNvPr>
          <p:cNvSpPr>
            <a:spLocks noGrp="1"/>
          </p:cNvSpPr>
          <p:nvPr>
            <p:ph type="body" sz="quarter" idx="31" hasCustomPrompt="1"/>
          </p:nvPr>
        </p:nvSpPr>
        <p:spPr>
          <a:xfrm>
            <a:off x="479424" y="1573248"/>
            <a:ext cx="8928943" cy="506132"/>
          </a:xfrm>
          <a:prstGeom prst="rect">
            <a:avLst/>
          </a:prstGeom>
        </p:spPr>
        <p:txBody>
          <a:bodyPr>
            <a:noAutofit/>
          </a:bodyPr>
          <a:lstStyle>
            <a:lvl1pPr>
              <a:lnSpc>
                <a:spcPct val="100000"/>
              </a:lnSpc>
              <a:defRPr sz="1600" b="1">
                <a:solidFill>
                  <a:schemeClr val="tx2"/>
                </a:solidFill>
              </a:defRPr>
            </a:lvl1pPr>
            <a:lvl2pPr marL="612" indent="0">
              <a:buNone/>
              <a:defRPr/>
            </a:lvl2pPr>
          </a:lstStyle>
          <a:p>
            <a:pPr lvl="0"/>
            <a:r>
              <a:rPr lang="en-US" dirty="0"/>
              <a:t>[Subtitle]</a:t>
            </a:r>
          </a:p>
        </p:txBody>
      </p:sp>
      <p:sp>
        <p:nvSpPr>
          <p:cNvPr id="6" name="Content Placeholder 9">
            <a:extLst>
              <a:ext uri="{FF2B5EF4-FFF2-40B4-BE49-F238E27FC236}">
                <a16:creationId xmlns:a16="http://schemas.microsoft.com/office/drawing/2014/main" id="{E8EA84CA-9C46-6B04-A550-7D02537DA968}"/>
              </a:ext>
            </a:extLst>
          </p:cNvPr>
          <p:cNvSpPr>
            <a:spLocks noGrp="1"/>
          </p:cNvSpPr>
          <p:nvPr>
            <p:ph sz="quarter" idx="34"/>
          </p:nvPr>
        </p:nvSpPr>
        <p:spPr>
          <a:xfrm>
            <a:off x="479424" y="4480174"/>
            <a:ext cx="11233150" cy="1901576"/>
          </a:xfrm>
          <a:prstGeom prst="rect">
            <a:avLst/>
          </a:prstGeom>
        </p:spPr>
        <p:txBody>
          <a:bodyPr vert="horz" lIns="0" tIns="0" rIns="0" bIns="0" rtlCol="0">
            <a:no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GB"/>
              <a:t>Click to edit Master text styles</a:t>
            </a:r>
          </a:p>
        </p:txBody>
      </p:sp>
    </p:spTree>
    <p:extLst>
      <p:ext uri="{BB962C8B-B14F-4D97-AF65-F5344CB8AC3E}">
        <p14:creationId xmlns:p14="http://schemas.microsoft.com/office/powerpoint/2010/main" val="2870134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One Third Two Third Title and Content">
    <p:spTree>
      <p:nvGrpSpPr>
        <p:cNvPr id="1" name=""/>
        <p:cNvGrpSpPr/>
        <p:nvPr/>
      </p:nvGrpSpPr>
      <p:grpSpPr>
        <a:xfrm>
          <a:off x="0" y="0"/>
          <a:ext cx="0" cy="0"/>
          <a:chOff x="0" y="0"/>
          <a:chExt cx="0" cy="0"/>
        </a:xfrm>
      </p:grpSpPr>
      <p:sp>
        <p:nvSpPr>
          <p:cNvPr id="11" name="Footer Placeholder 10">
            <a:extLst>
              <a:ext uri="{FF2B5EF4-FFF2-40B4-BE49-F238E27FC236}">
                <a16:creationId xmlns:a16="http://schemas.microsoft.com/office/drawing/2014/main" id="{78C5C398-3572-4EB0-8F84-1F6673C9A658}"/>
              </a:ext>
            </a:extLst>
          </p:cNvPr>
          <p:cNvSpPr>
            <a:spLocks noGrp="1"/>
          </p:cNvSpPr>
          <p:nvPr>
            <p:ph type="ftr" sz="quarter" idx="17"/>
          </p:nvPr>
        </p:nvSpPr>
        <p:spPr/>
        <p:txBody>
          <a:bodyPr/>
          <a:lstStyle/>
          <a:p>
            <a:endParaRPr lang="en-AU" dirty="0"/>
          </a:p>
        </p:txBody>
      </p:sp>
      <p:sp>
        <p:nvSpPr>
          <p:cNvPr id="13" name="Slide Number Placeholder 12">
            <a:extLst>
              <a:ext uri="{FF2B5EF4-FFF2-40B4-BE49-F238E27FC236}">
                <a16:creationId xmlns:a16="http://schemas.microsoft.com/office/drawing/2014/main" id="{D2D565BB-C9BB-4EEC-9693-6827A3D09DE8}"/>
              </a:ext>
            </a:extLst>
          </p:cNvPr>
          <p:cNvSpPr>
            <a:spLocks noGrp="1"/>
          </p:cNvSpPr>
          <p:nvPr>
            <p:ph type="sldNum" sz="quarter" idx="18"/>
          </p:nvPr>
        </p:nvSpPr>
        <p:spPr/>
        <p:txBody>
          <a:bodyPr/>
          <a:lstStyle/>
          <a:p>
            <a:fld id="{E917DE0E-AFB1-41FD-BC35-27DB61CA125F}" type="slidenum">
              <a:rPr lang="en-AU" smtClean="0"/>
              <a:pPr/>
              <a:t>‹#›</a:t>
            </a:fld>
            <a:endParaRPr lang="en-AU" dirty="0"/>
          </a:p>
        </p:txBody>
      </p:sp>
      <p:sp>
        <p:nvSpPr>
          <p:cNvPr id="2" name="Content Placeholder 9">
            <a:extLst>
              <a:ext uri="{FF2B5EF4-FFF2-40B4-BE49-F238E27FC236}">
                <a16:creationId xmlns:a16="http://schemas.microsoft.com/office/drawing/2014/main" id="{17109590-4252-2C31-19EF-25F6AD987363}"/>
              </a:ext>
            </a:extLst>
          </p:cNvPr>
          <p:cNvSpPr>
            <a:spLocks noGrp="1"/>
          </p:cNvSpPr>
          <p:nvPr>
            <p:ph sz="quarter" idx="10"/>
          </p:nvPr>
        </p:nvSpPr>
        <p:spPr>
          <a:xfrm>
            <a:off x="479424" y="2255224"/>
            <a:ext cx="3587751" cy="4126526"/>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3" name="Title 3">
            <a:extLst>
              <a:ext uri="{FF2B5EF4-FFF2-40B4-BE49-F238E27FC236}">
                <a16:creationId xmlns:a16="http://schemas.microsoft.com/office/drawing/2014/main" id="{2CE408F5-62CC-4EB4-5FDD-927F021AC4F3}"/>
              </a:ext>
            </a:extLst>
          </p:cNvPr>
          <p:cNvSpPr>
            <a:spLocks noGrp="1"/>
          </p:cNvSpPr>
          <p:nvPr>
            <p:ph type="title"/>
          </p:nvPr>
        </p:nvSpPr>
        <p:spPr>
          <a:xfrm>
            <a:off x="479424" y="895344"/>
            <a:ext cx="8928943" cy="469056"/>
          </a:xfrm>
        </p:spPr>
        <p:txBody>
          <a:bodyPr/>
          <a:lstStyle>
            <a:lvl1pPr>
              <a:defRPr sz="3600"/>
            </a:lvl1pPr>
          </a:lstStyle>
          <a:p>
            <a:r>
              <a:rPr lang="en-GB"/>
              <a:t>Click to edit Master title style</a:t>
            </a:r>
            <a:endParaRPr lang="en-AU" dirty="0"/>
          </a:p>
        </p:txBody>
      </p:sp>
      <p:sp>
        <p:nvSpPr>
          <p:cNvPr id="4" name="Text Placeholder 5">
            <a:extLst>
              <a:ext uri="{FF2B5EF4-FFF2-40B4-BE49-F238E27FC236}">
                <a16:creationId xmlns:a16="http://schemas.microsoft.com/office/drawing/2014/main" id="{9D91BB3C-538D-90D4-3CED-E09116993DB5}"/>
              </a:ext>
            </a:extLst>
          </p:cNvPr>
          <p:cNvSpPr>
            <a:spLocks noGrp="1"/>
          </p:cNvSpPr>
          <p:nvPr>
            <p:ph type="body" sz="quarter" idx="31" hasCustomPrompt="1"/>
          </p:nvPr>
        </p:nvSpPr>
        <p:spPr>
          <a:xfrm>
            <a:off x="479424" y="1573248"/>
            <a:ext cx="8928943" cy="506132"/>
          </a:xfrm>
          <a:prstGeom prst="rect">
            <a:avLst/>
          </a:prstGeom>
        </p:spPr>
        <p:txBody>
          <a:bodyPr>
            <a:noAutofit/>
          </a:bodyPr>
          <a:lstStyle>
            <a:lvl1pPr>
              <a:lnSpc>
                <a:spcPct val="100000"/>
              </a:lnSpc>
              <a:defRPr sz="1600" b="1">
                <a:solidFill>
                  <a:schemeClr val="tx2"/>
                </a:solidFill>
              </a:defRPr>
            </a:lvl1pPr>
            <a:lvl2pPr marL="612" indent="0">
              <a:buNone/>
              <a:defRPr/>
            </a:lvl2pPr>
          </a:lstStyle>
          <a:p>
            <a:pPr lvl="0"/>
            <a:r>
              <a:rPr lang="en-US" dirty="0"/>
              <a:t>[Subtitle]</a:t>
            </a:r>
          </a:p>
        </p:txBody>
      </p:sp>
      <p:sp>
        <p:nvSpPr>
          <p:cNvPr id="6" name="Content Placeholder 9">
            <a:extLst>
              <a:ext uri="{FF2B5EF4-FFF2-40B4-BE49-F238E27FC236}">
                <a16:creationId xmlns:a16="http://schemas.microsoft.com/office/drawing/2014/main" id="{86750F02-6810-AFC6-7EB5-8805498279DB}"/>
              </a:ext>
            </a:extLst>
          </p:cNvPr>
          <p:cNvSpPr>
            <a:spLocks noGrp="1"/>
          </p:cNvSpPr>
          <p:nvPr>
            <p:ph sz="quarter" idx="35"/>
          </p:nvPr>
        </p:nvSpPr>
        <p:spPr>
          <a:xfrm>
            <a:off x="4384430" y="2255224"/>
            <a:ext cx="7328143" cy="4126526"/>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3378483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Third One Third Title and Content">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55EE2261-AED3-448E-9AA6-9C9A5534417D}"/>
              </a:ext>
            </a:extLst>
          </p:cNvPr>
          <p:cNvSpPr>
            <a:spLocks noGrp="1"/>
          </p:cNvSpPr>
          <p:nvPr>
            <p:ph type="ftr" sz="quarter" idx="17"/>
          </p:nvPr>
        </p:nvSpPr>
        <p:spPr/>
        <p:txBody>
          <a:bodyPr/>
          <a:lstStyle/>
          <a:p>
            <a:endParaRPr lang="en-AU" dirty="0"/>
          </a:p>
        </p:txBody>
      </p:sp>
      <p:sp>
        <p:nvSpPr>
          <p:cNvPr id="12" name="Slide Number Placeholder 11">
            <a:extLst>
              <a:ext uri="{FF2B5EF4-FFF2-40B4-BE49-F238E27FC236}">
                <a16:creationId xmlns:a16="http://schemas.microsoft.com/office/drawing/2014/main" id="{7A92BB03-FEDF-43D9-957F-2410F5D597BF}"/>
              </a:ext>
            </a:extLst>
          </p:cNvPr>
          <p:cNvSpPr>
            <a:spLocks noGrp="1"/>
          </p:cNvSpPr>
          <p:nvPr>
            <p:ph type="sldNum" sz="quarter" idx="18"/>
          </p:nvPr>
        </p:nvSpPr>
        <p:spPr/>
        <p:txBody>
          <a:bodyPr/>
          <a:lstStyle/>
          <a:p>
            <a:fld id="{E917DE0E-AFB1-41FD-BC35-27DB61CA125F}" type="slidenum">
              <a:rPr lang="en-AU" smtClean="0"/>
              <a:pPr/>
              <a:t>‹#›</a:t>
            </a:fld>
            <a:endParaRPr lang="en-AU" dirty="0"/>
          </a:p>
        </p:txBody>
      </p:sp>
      <p:sp>
        <p:nvSpPr>
          <p:cNvPr id="2" name="Content Placeholder 9">
            <a:extLst>
              <a:ext uri="{FF2B5EF4-FFF2-40B4-BE49-F238E27FC236}">
                <a16:creationId xmlns:a16="http://schemas.microsoft.com/office/drawing/2014/main" id="{C11E16D7-E5EB-37A0-5AD9-2394356E3865}"/>
              </a:ext>
            </a:extLst>
          </p:cNvPr>
          <p:cNvSpPr>
            <a:spLocks noGrp="1"/>
          </p:cNvSpPr>
          <p:nvPr>
            <p:ph sz="quarter" idx="10"/>
          </p:nvPr>
        </p:nvSpPr>
        <p:spPr>
          <a:xfrm>
            <a:off x="479424" y="2255224"/>
            <a:ext cx="7390685" cy="4126526"/>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3" name="Title 3">
            <a:extLst>
              <a:ext uri="{FF2B5EF4-FFF2-40B4-BE49-F238E27FC236}">
                <a16:creationId xmlns:a16="http://schemas.microsoft.com/office/drawing/2014/main" id="{D0AA8668-06C8-FA91-21F0-BE6E9CE86882}"/>
              </a:ext>
            </a:extLst>
          </p:cNvPr>
          <p:cNvSpPr>
            <a:spLocks noGrp="1"/>
          </p:cNvSpPr>
          <p:nvPr>
            <p:ph type="title"/>
          </p:nvPr>
        </p:nvSpPr>
        <p:spPr>
          <a:xfrm>
            <a:off x="479424" y="895344"/>
            <a:ext cx="8928943" cy="469056"/>
          </a:xfrm>
        </p:spPr>
        <p:txBody>
          <a:bodyPr/>
          <a:lstStyle>
            <a:lvl1pPr>
              <a:defRPr sz="3600"/>
            </a:lvl1pPr>
          </a:lstStyle>
          <a:p>
            <a:r>
              <a:rPr lang="en-GB"/>
              <a:t>Click to edit Master title style</a:t>
            </a:r>
            <a:endParaRPr lang="en-AU" dirty="0"/>
          </a:p>
        </p:txBody>
      </p:sp>
      <p:sp>
        <p:nvSpPr>
          <p:cNvPr id="4" name="Text Placeholder 5">
            <a:extLst>
              <a:ext uri="{FF2B5EF4-FFF2-40B4-BE49-F238E27FC236}">
                <a16:creationId xmlns:a16="http://schemas.microsoft.com/office/drawing/2014/main" id="{CA358A85-0EFD-E04C-E56D-736FED2D7235}"/>
              </a:ext>
            </a:extLst>
          </p:cNvPr>
          <p:cNvSpPr>
            <a:spLocks noGrp="1"/>
          </p:cNvSpPr>
          <p:nvPr>
            <p:ph type="body" sz="quarter" idx="31" hasCustomPrompt="1"/>
          </p:nvPr>
        </p:nvSpPr>
        <p:spPr>
          <a:xfrm>
            <a:off x="479424" y="1573248"/>
            <a:ext cx="8928943" cy="506132"/>
          </a:xfrm>
          <a:prstGeom prst="rect">
            <a:avLst/>
          </a:prstGeom>
        </p:spPr>
        <p:txBody>
          <a:bodyPr>
            <a:noAutofit/>
          </a:bodyPr>
          <a:lstStyle>
            <a:lvl1pPr>
              <a:lnSpc>
                <a:spcPct val="100000"/>
              </a:lnSpc>
              <a:defRPr sz="1600" b="1">
                <a:solidFill>
                  <a:schemeClr val="tx2"/>
                </a:solidFill>
              </a:defRPr>
            </a:lvl1pPr>
            <a:lvl2pPr marL="612" indent="0">
              <a:buNone/>
              <a:defRPr/>
            </a:lvl2pPr>
          </a:lstStyle>
          <a:p>
            <a:pPr lvl="0"/>
            <a:r>
              <a:rPr lang="en-US" dirty="0"/>
              <a:t>[Subtitle]</a:t>
            </a:r>
          </a:p>
        </p:txBody>
      </p:sp>
      <p:sp>
        <p:nvSpPr>
          <p:cNvPr id="5" name="Content Placeholder 9">
            <a:extLst>
              <a:ext uri="{FF2B5EF4-FFF2-40B4-BE49-F238E27FC236}">
                <a16:creationId xmlns:a16="http://schemas.microsoft.com/office/drawing/2014/main" id="{C84ACD41-4423-E11C-E6D4-A1AB88C254DD}"/>
              </a:ext>
            </a:extLst>
          </p:cNvPr>
          <p:cNvSpPr>
            <a:spLocks noGrp="1"/>
          </p:cNvSpPr>
          <p:nvPr>
            <p:ph sz="quarter" idx="34"/>
          </p:nvPr>
        </p:nvSpPr>
        <p:spPr>
          <a:xfrm>
            <a:off x="8124823" y="2255224"/>
            <a:ext cx="3587751" cy="4126526"/>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3090382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icture with Pullout">
    <p:spTree>
      <p:nvGrpSpPr>
        <p:cNvPr id="1" name=""/>
        <p:cNvGrpSpPr/>
        <p:nvPr/>
      </p:nvGrpSpPr>
      <p:grpSpPr>
        <a:xfrm>
          <a:off x="0" y="0"/>
          <a:ext cx="0" cy="0"/>
          <a:chOff x="0" y="0"/>
          <a:chExt cx="0" cy="0"/>
        </a:xfrm>
      </p:grpSpPr>
      <p:sp>
        <p:nvSpPr>
          <p:cNvPr id="5" name="Picture Placeholder 22">
            <a:extLst>
              <a:ext uri="{FF2B5EF4-FFF2-40B4-BE49-F238E27FC236}">
                <a16:creationId xmlns:a16="http://schemas.microsoft.com/office/drawing/2014/main" id="{DA8FC85D-D8A3-881C-1F52-364C4980DC1A}"/>
              </a:ext>
            </a:extLst>
          </p:cNvPr>
          <p:cNvSpPr>
            <a:spLocks noGrp="1"/>
          </p:cNvSpPr>
          <p:nvPr>
            <p:ph type="pic" sz="quarter" idx="10" hasCustomPrompt="1"/>
          </p:nvPr>
        </p:nvSpPr>
        <p:spPr>
          <a:xfrm>
            <a:off x="0" y="8181528"/>
            <a:ext cx="12192000" cy="6381751"/>
          </a:xfrm>
          <a:prstGeom prst="rect">
            <a:avLst/>
          </a:prstGeom>
          <a:solidFill>
            <a:schemeClr val="bg1">
              <a:lumMod val="95000"/>
            </a:schemeClr>
          </a:solidFill>
        </p:spPr>
        <p:txBody>
          <a:bodyPr wrap="square" anchor="ctr" anchorCtr="0">
            <a:noAutofit/>
          </a:bodyPr>
          <a:lstStyle>
            <a:lvl1pPr algn="r">
              <a:defRPr/>
            </a:lvl1pPr>
          </a:lstStyle>
          <a:p>
            <a:r>
              <a:rPr lang="en-AU" dirty="0"/>
              <a:t>Insert image and send to back</a:t>
            </a:r>
          </a:p>
        </p:txBody>
      </p:sp>
      <p:sp>
        <p:nvSpPr>
          <p:cNvPr id="16" name="Freeform 15">
            <a:extLst>
              <a:ext uri="{FF2B5EF4-FFF2-40B4-BE49-F238E27FC236}">
                <a16:creationId xmlns:a16="http://schemas.microsoft.com/office/drawing/2014/main" id="{ABC66E0C-5E5E-C471-C0DD-5A0908B6090B}"/>
              </a:ext>
            </a:extLst>
          </p:cNvPr>
          <p:cNvSpPr/>
          <p:nvPr userDrawn="1"/>
        </p:nvSpPr>
        <p:spPr>
          <a:xfrm flipV="1">
            <a:off x="-2" y="-2"/>
            <a:ext cx="4224339" cy="6381750"/>
          </a:xfrm>
          <a:custGeom>
            <a:avLst/>
            <a:gdLst>
              <a:gd name="csX0" fmla="*/ 0 w 4224339"/>
              <a:gd name="csY0" fmla="*/ 6381750 h 6381750"/>
              <a:gd name="csX1" fmla="*/ 4224339 w 4224339"/>
              <a:gd name="csY1" fmla="*/ 6381750 h 6381750"/>
              <a:gd name="csX2" fmla="*/ 4224339 w 4224339"/>
              <a:gd name="csY2" fmla="*/ 1526928 h 6381750"/>
              <a:gd name="csX3" fmla="*/ 2853529 w 4224339"/>
              <a:gd name="csY3" fmla="*/ 7881 h 6381750"/>
              <a:gd name="csX4" fmla="*/ 2697449 w 4224339"/>
              <a:gd name="csY4" fmla="*/ 0 h 6381750"/>
              <a:gd name="csX5" fmla="*/ 0 w 4224339"/>
              <a:gd name="csY5" fmla="*/ 0 h 6381750"/>
              <a:gd name="csX6" fmla="*/ 0 w 4224339"/>
              <a:gd name="csY6" fmla="*/ 6381750 h 638175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224339" h="6381750">
                <a:moveTo>
                  <a:pt x="0" y="6381750"/>
                </a:moveTo>
                <a:lnTo>
                  <a:pt x="4224339" y="6381750"/>
                </a:lnTo>
                <a:lnTo>
                  <a:pt x="4224339" y="1526928"/>
                </a:lnTo>
                <a:cubicBezTo>
                  <a:pt x="4224339" y="736334"/>
                  <a:pt x="3623492" y="86076"/>
                  <a:pt x="2853529" y="7881"/>
                </a:cubicBezTo>
                <a:lnTo>
                  <a:pt x="2697449" y="0"/>
                </a:lnTo>
                <a:lnTo>
                  <a:pt x="0" y="0"/>
                </a:lnTo>
                <a:lnTo>
                  <a:pt x="0" y="638175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FCB796C-2145-4E36-9CCD-4A6E104CD86A}"/>
              </a:ext>
            </a:extLst>
          </p:cNvPr>
          <p:cNvSpPr>
            <a:spLocks noGrp="1"/>
          </p:cNvSpPr>
          <p:nvPr>
            <p:ph type="title"/>
          </p:nvPr>
        </p:nvSpPr>
        <p:spPr>
          <a:xfrm>
            <a:off x="479424" y="891198"/>
            <a:ext cx="3312320" cy="1241658"/>
          </a:xfrm>
        </p:spPr>
        <p:txBody>
          <a:bodyPr anchor="t">
            <a:noAutofit/>
          </a:bodyPr>
          <a:lstStyle>
            <a:lvl1pPr>
              <a:defRPr sz="3600"/>
            </a:lvl1pPr>
          </a:lstStyle>
          <a:p>
            <a:r>
              <a:rPr lang="en-GB">
                <a:solidFill>
                  <a:schemeClr val="bg1"/>
                </a:solidFill>
              </a:rPr>
              <a:t>Click to edit Master title style</a:t>
            </a:r>
            <a:endParaRPr lang="en-AU" dirty="0">
              <a:solidFill>
                <a:schemeClr val="bg1"/>
              </a:solidFill>
            </a:endParaRPr>
          </a:p>
        </p:txBody>
      </p:sp>
      <p:sp>
        <p:nvSpPr>
          <p:cNvPr id="9" name="Footer Placeholder 7">
            <a:extLst>
              <a:ext uri="{FF2B5EF4-FFF2-40B4-BE49-F238E27FC236}">
                <a16:creationId xmlns:a16="http://schemas.microsoft.com/office/drawing/2014/main" id="{E97D5DBB-B4A6-4BEC-5ACC-FD2EA2AE3FAA}"/>
              </a:ext>
            </a:extLst>
          </p:cNvPr>
          <p:cNvSpPr>
            <a:spLocks noGrp="1"/>
          </p:cNvSpPr>
          <p:nvPr>
            <p:ph type="ftr" sz="quarter" idx="17"/>
          </p:nvPr>
        </p:nvSpPr>
        <p:spPr>
          <a:xfrm>
            <a:off x="479425" y="6381750"/>
            <a:ext cx="3744913" cy="476250"/>
          </a:xfrm>
        </p:spPr>
        <p:txBody>
          <a:bodyPr/>
          <a:lstStyle/>
          <a:p>
            <a:endParaRPr lang="en-AU" dirty="0"/>
          </a:p>
        </p:txBody>
      </p:sp>
      <p:sp>
        <p:nvSpPr>
          <p:cNvPr id="10" name="Slide Number Placeholder 11">
            <a:extLst>
              <a:ext uri="{FF2B5EF4-FFF2-40B4-BE49-F238E27FC236}">
                <a16:creationId xmlns:a16="http://schemas.microsoft.com/office/drawing/2014/main" id="{D65D4F27-BE5A-565C-2DAE-B92AC6727CC2}"/>
              </a:ext>
            </a:extLst>
          </p:cNvPr>
          <p:cNvSpPr>
            <a:spLocks noGrp="1"/>
          </p:cNvSpPr>
          <p:nvPr>
            <p:ph type="sldNum" sz="quarter" idx="18"/>
          </p:nvPr>
        </p:nvSpPr>
        <p:spPr>
          <a:xfrm>
            <a:off x="11208567" y="6381750"/>
            <a:ext cx="504007" cy="476250"/>
          </a:xfrm>
        </p:spPr>
        <p:txBody>
          <a:bodyPr/>
          <a:lstStyle/>
          <a:p>
            <a:fld id="{E917DE0E-AFB1-41FD-BC35-27DB61CA125F}" type="slidenum">
              <a:rPr lang="en-AU" smtClean="0"/>
              <a:pPr/>
              <a:t>‹#›</a:t>
            </a:fld>
            <a:endParaRPr lang="en-AU" dirty="0"/>
          </a:p>
        </p:txBody>
      </p:sp>
      <p:sp>
        <p:nvSpPr>
          <p:cNvPr id="19" name="Picture Placeholder 18">
            <a:extLst>
              <a:ext uri="{FF2B5EF4-FFF2-40B4-BE49-F238E27FC236}">
                <a16:creationId xmlns:a16="http://schemas.microsoft.com/office/drawing/2014/main" id="{AA6C279F-EDA7-57F0-098A-A5B1F80205ED}"/>
              </a:ext>
            </a:extLst>
          </p:cNvPr>
          <p:cNvSpPr>
            <a:spLocks noGrp="1"/>
          </p:cNvSpPr>
          <p:nvPr>
            <p:ph type="pic" sz="quarter" idx="20"/>
          </p:nvPr>
        </p:nvSpPr>
        <p:spPr>
          <a:xfrm>
            <a:off x="-9974" y="0"/>
            <a:ext cx="12191999" cy="6381751"/>
          </a:xfrm>
          <a:custGeom>
            <a:avLst/>
            <a:gdLst>
              <a:gd name="csX0" fmla="*/ 0 w 12191999"/>
              <a:gd name="csY0" fmla="*/ 0 h 6381751"/>
              <a:gd name="csX1" fmla="*/ 12191999 w 12191999"/>
              <a:gd name="csY1" fmla="*/ 0 h 6381751"/>
              <a:gd name="csX2" fmla="*/ 12191999 w 12191999"/>
              <a:gd name="csY2" fmla="*/ 6381751 h 6381751"/>
              <a:gd name="csX3" fmla="*/ 2697451 w 12191999"/>
              <a:gd name="csY3" fmla="*/ 6381751 h 6381751"/>
              <a:gd name="csX4" fmla="*/ 2853531 w 12191999"/>
              <a:gd name="csY4" fmla="*/ 6373870 h 6381751"/>
              <a:gd name="csX5" fmla="*/ 4224342 w 12191999"/>
              <a:gd name="csY5" fmla="*/ 4854823 h 6381751"/>
              <a:gd name="csX6" fmla="*/ 4224342 w 12191999"/>
              <a:gd name="csY6" fmla="*/ 1 h 6381751"/>
              <a:gd name="csX7" fmla="*/ 2 w 12191999"/>
              <a:gd name="csY7" fmla="*/ 1 h 6381751"/>
              <a:gd name="csX8" fmla="*/ 2 w 12191999"/>
              <a:gd name="csY8" fmla="*/ 6381751 h 6381751"/>
              <a:gd name="csX9" fmla="*/ 0 w 12191999"/>
              <a:gd name="csY9" fmla="*/ 6381751 h 63817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2191999" h="6381751">
                <a:moveTo>
                  <a:pt x="0" y="0"/>
                </a:moveTo>
                <a:lnTo>
                  <a:pt x="12191999" y="0"/>
                </a:lnTo>
                <a:lnTo>
                  <a:pt x="12191999" y="6381751"/>
                </a:lnTo>
                <a:lnTo>
                  <a:pt x="2697451" y="6381751"/>
                </a:lnTo>
                <a:lnTo>
                  <a:pt x="2853531" y="6373870"/>
                </a:lnTo>
                <a:cubicBezTo>
                  <a:pt x="3623494" y="6295675"/>
                  <a:pt x="4224342" y="5645417"/>
                  <a:pt x="4224342" y="4854823"/>
                </a:cubicBezTo>
                <a:lnTo>
                  <a:pt x="4224342" y="1"/>
                </a:lnTo>
                <a:lnTo>
                  <a:pt x="2" y="1"/>
                </a:lnTo>
                <a:lnTo>
                  <a:pt x="2" y="6381751"/>
                </a:lnTo>
                <a:lnTo>
                  <a:pt x="0" y="6381751"/>
                </a:lnTo>
                <a:close/>
              </a:path>
            </a:pathLst>
          </a:custGeom>
          <a:solidFill>
            <a:schemeClr val="bg2"/>
          </a:solidFill>
        </p:spPr>
        <p:txBody>
          <a:bodyPr wrap="square">
            <a:noAutofit/>
          </a:bodyPr>
          <a:lstStyle/>
          <a:p>
            <a:r>
              <a:rPr lang="en-GB"/>
              <a:t>Click icon to add picture</a:t>
            </a:r>
            <a:endParaRPr lang="en-US"/>
          </a:p>
        </p:txBody>
      </p:sp>
      <p:sp>
        <p:nvSpPr>
          <p:cNvPr id="21" name="Text Placeholder 5">
            <a:extLst>
              <a:ext uri="{FF2B5EF4-FFF2-40B4-BE49-F238E27FC236}">
                <a16:creationId xmlns:a16="http://schemas.microsoft.com/office/drawing/2014/main" id="{316718B7-EF0B-0AAA-4AA7-80B08F0D82E0}"/>
              </a:ext>
            </a:extLst>
          </p:cNvPr>
          <p:cNvSpPr>
            <a:spLocks noGrp="1"/>
          </p:cNvSpPr>
          <p:nvPr>
            <p:ph type="body" sz="quarter" idx="31" hasCustomPrompt="1"/>
          </p:nvPr>
        </p:nvSpPr>
        <p:spPr>
          <a:xfrm>
            <a:off x="479425" y="2243917"/>
            <a:ext cx="3312320" cy="2534703"/>
          </a:xfrm>
          <a:prstGeom prst="rect">
            <a:avLst/>
          </a:prstGeom>
        </p:spPr>
        <p:txBody>
          <a:bodyPr>
            <a:noAutofit/>
          </a:bodyPr>
          <a:lstStyle>
            <a:lvl1pPr>
              <a:lnSpc>
                <a:spcPct val="100000"/>
              </a:lnSpc>
              <a:defRPr sz="1600" b="1">
                <a:solidFill>
                  <a:schemeClr val="bg1"/>
                </a:solidFill>
              </a:defRPr>
            </a:lvl1pPr>
            <a:lvl2pPr marL="612" indent="0">
              <a:buNone/>
              <a:defRPr/>
            </a:lvl2pPr>
          </a:lstStyle>
          <a:p>
            <a:pPr lvl="0"/>
            <a:r>
              <a:rPr lang="en-AU" dirty="0"/>
              <a:t>Enter text here.</a:t>
            </a:r>
          </a:p>
        </p:txBody>
      </p:sp>
    </p:spTree>
    <p:extLst>
      <p:ext uri="{BB962C8B-B14F-4D97-AF65-F5344CB8AC3E}">
        <p14:creationId xmlns:p14="http://schemas.microsoft.com/office/powerpoint/2010/main" val="299990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36E1B5CB-C615-403B-B182-EBCD5DAC9E67}"/>
              </a:ext>
            </a:extLst>
          </p:cNvPr>
          <p:cNvSpPr>
            <a:spLocks noGrp="1"/>
          </p:cNvSpPr>
          <p:nvPr>
            <p:ph type="ftr" sz="quarter" idx="17"/>
          </p:nvPr>
        </p:nvSpPr>
        <p:spPr/>
        <p:txBody>
          <a:bodyPr/>
          <a:lstStyle/>
          <a:p>
            <a:endParaRPr lang="en-AU" dirty="0"/>
          </a:p>
        </p:txBody>
      </p:sp>
      <p:sp>
        <p:nvSpPr>
          <p:cNvPr id="12" name="Slide Number Placeholder 11">
            <a:extLst>
              <a:ext uri="{FF2B5EF4-FFF2-40B4-BE49-F238E27FC236}">
                <a16:creationId xmlns:a16="http://schemas.microsoft.com/office/drawing/2014/main" id="{FBA690D5-44C9-4D2D-925E-426FB8864D8D}"/>
              </a:ext>
            </a:extLst>
          </p:cNvPr>
          <p:cNvSpPr>
            <a:spLocks noGrp="1"/>
          </p:cNvSpPr>
          <p:nvPr>
            <p:ph type="sldNum" sz="quarter" idx="18"/>
          </p:nvPr>
        </p:nvSpPr>
        <p:spPr/>
        <p:txBody>
          <a:bodyPr/>
          <a:lstStyle/>
          <a:p>
            <a:fld id="{E917DE0E-AFB1-41FD-BC35-27DB61CA125F}" type="slidenum">
              <a:rPr lang="en-AU" smtClean="0"/>
              <a:pPr/>
              <a:t>‹#›</a:t>
            </a:fld>
            <a:endParaRPr lang="en-AU" dirty="0"/>
          </a:p>
        </p:txBody>
      </p:sp>
      <p:sp>
        <p:nvSpPr>
          <p:cNvPr id="6" name="Title 3">
            <a:extLst>
              <a:ext uri="{FF2B5EF4-FFF2-40B4-BE49-F238E27FC236}">
                <a16:creationId xmlns:a16="http://schemas.microsoft.com/office/drawing/2014/main" id="{B8010C4D-4846-733B-A504-3488020A7E44}"/>
              </a:ext>
            </a:extLst>
          </p:cNvPr>
          <p:cNvSpPr>
            <a:spLocks noGrp="1"/>
          </p:cNvSpPr>
          <p:nvPr>
            <p:ph type="title"/>
          </p:nvPr>
        </p:nvSpPr>
        <p:spPr>
          <a:xfrm>
            <a:off x="479424" y="895344"/>
            <a:ext cx="8928943" cy="469056"/>
          </a:xfrm>
        </p:spPr>
        <p:txBody>
          <a:bodyPr/>
          <a:lstStyle>
            <a:lvl1pPr>
              <a:defRPr sz="3600"/>
            </a:lvl1pPr>
          </a:lstStyle>
          <a:p>
            <a:r>
              <a:rPr lang="en-GB"/>
              <a:t>Click to edit Master title style</a:t>
            </a:r>
            <a:endParaRPr lang="en-AU" dirty="0"/>
          </a:p>
        </p:txBody>
      </p:sp>
      <p:sp>
        <p:nvSpPr>
          <p:cNvPr id="9" name="Text Placeholder 5">
            <a:extLst>
              <a:ext uri="{FF2B5EF4-FFF2-40B4-BE49-F238E27FC236}">
                <a16:creationId xmlns:a16="http://schemas.microsoft.com/office/drawing/2014/main" id="{5FADF4A9-8D82-B20E-082C-AE0FF06B019D}"/>
              </a:ext>
            </a:extLst>
          </p:cNvPr>
          <p:cNvSpPr>
            <a:spLocks noGrp="1"/>
          </p:cNvSpPr>
          <p:nvPr>
            <p:ph type="body" sz="quarter" idx="31" hasCustomPrompt="1"/>
          </p:nvPr>
        </p:nvSpPr>
        <p:spPr>
          <a:xfrm>
            <a:off x="479424" y="1573248"/>
            <a:ext cx="8928943" cy="506132"/>
          </a:xfrm>
          <a:prstGeom prst="rect">
            <a:avLst/>
          </a:prstGeom>
        </p:spPr>
        <p:txBody>
          <a:bodyPr>
            <a:noAutofit/>
          </a:bodyPr>
          <a:lstStyle>
            <a:lvl1pPr>
              <a:lnSpc>
                <a:spcPct val="100000"/>
              </a:lnSpc>
              <a:defRPr sz="1600" b="1">
                <a:solidFill>
                  <a:schemeClr val="tx2"/>
                </a:solidFill>
              </a:defRPr>
            </a:lvl1pPr>
            <a:lvl2pPr marL="612" indent="0">
              <a:buNone/>
              <a:defRPr/>
            </a:lvl2pPr>
          </a:lstStyle>
          <a:p>
            <a:pPr lvl="0"/>
            <a:r>
              <a:rPr lang="en-US" dirty="0"/>
              <a:t>[Subtitle]</a:t>
            </a:r>
          </a:p>
        </p:txBody>
      </p:sp>
      <p:sp>
        <p:nvSpPr>
          <p:cNvPr id="32" name="Picture Placeholder 31">
            <a:extLst>
              <a:ext uri="{FF2B5EF4-FFF2-40B4-BE49-F238E27FC236}">
                <a16:creationId xmlns:a16="http://schemas.microsoft.com/office/drawing/2014/main" id="{DDCFD398-BD29-8074-BF4C-3A8026785844}"/>
              </a:ext>
            </a:extLst>
          </p:cNvPr>
          <p:cNvSpPr>
            <a:spLocks noGrp="1"/>
          </p:cNvSpPr>
          <p:nvPr>
            <p:ph type="pic" sz="quarter" idx="32"/>
          </p:nvPr>
        </p:nvSpPr>
        <p:spPr>
          <a:xfrm>
            <a:off x="479425" y="2255838"/>
            <a:ext cx="11233149" cy="4125914"/>
          </a:xfrm>
          <a:custGeom>
            <a:avLst/>
            <a:gdLst>
              <a:gd name="csX0" fmla="*/ 0 w 11233149"/>
              <a:gd name="csY0" fmla="*/ 0 h 4125914"/>
              <a:gd name="csX1" fmla="*/ 9780839 w 11233149"/>
              <a:gd name="csY1" fmla="*/ 0 h 4125914"/>
              <a:gd name="csX2" fmla="*/ 9918432 w 11233149"/>
              <a:gd name="csY2" fmla="*/ 6948 h 4125914"/>
              <a:gd name="csX3" fmla="*/ 11233149 w 11233149"/>
              <a:gd name="csY3" fmla="*/ 1463836 h 4125914"/>
              <a:gd name="csX4" fmla="*/ 11233149 w 11233149"/>
              <a:gd name="csY4" fmla="*/ 4125914 h 4125914"/>
              <a:gd name="csX5" fmla="*/ 0 w 11233149"/>
              <a:gd name="csY5" fmla="*/ 4125914 h 4125914"/>
            </a:gdLst>
            <a:ahLst/>
            <a:cxnLst>
              <a:cxn ang="0">
                <a:pos x="csX0" y="csY0"/>
              </a:cxn>
              <a:cxn ang="0">
                <a:pos x="csX1" y="csY1"/>
              </a:cxn>
              <a:cxn ang="0">
                <a:pos x="csX2" y="csY2"/>
              </a:cxn>
              <a:cxn ang="0">
                <a:pos x="csX3" y="csY3"/>
              </a:cxn>
              <a:cxn ang="0">
                <a:pos x="csX4" y="csY4"/>
              </a:cxn>
              <a:cxn ang="0">
                <a:pos x="csX5" y="csY5"/>
              </a:cxn>
            </a:cxnLst>
            <a:rect l="l" t="t" r="r" b="b"/>
            <a:pathLst>
              <a:path w="11233149" h="4125914">
                <a:moveTo>
                  <a:pt x="0" y="0"/>
                </a:moveTo>
                <a:lnTo>
                  <a:pt x="9780839" y="0"/>
                </a:lnTo>
                <a:lnTo>
                  <a:pt x="9918432" y="6948"/>
                </a:lnTo>
                <a:cubicBezTo>
                  <a:pt x="10656889" y="81942"/>
                  <a:pt x="11233149" y="705593"/>
                  <a:pt x="11233149" y="1463836"/>
                </a:cubicBezTo>
                <a:lnTo>
                  <a:pt x="11233149" y="4125914"/>
                </a:lnTo>
                <a:lnTo>
                  <a:pt x="0" y="4125914"/>
                </a:lnTo>
                <a:close/>
              </a:path>
            </a:pathLst>
          </a:custGeom>
          <a:solidFill>
            <a:schemeClr val="bg2"/>
          </a:solidFill>
        </p:spPr>
        <p:txBody>
          <a:bodyPr wrap="square">
            <a:noAutofit/>
          </a:bodyPr>
          <a:lstStyle/>
          <a:p>
            <a:r>
              <a:rPr lang="en-GB"/>
              <a:t>Click icon to add picture</a:t>
            </a:r>
            <a:endParaRPr lang="en-US"/>
          </a:p>
        </p:txBody>
      </p:sp>
      <p:sp>
        <p:nvSpPr>
          <p:cNvPr id="4" name="Text Placeholder 3"/>
          <p:cNvSpPr>
            <a:spLocks noGrp="1"/>
          </p:cNvSpPr>
          <p:nvPr>
            <p:ph type="body" sz="half" idx="2" hasCustomPrompt="1"/>
          </p:nvPr>
        </p:nvSpPr>
        <p:spPr>
          <a:xfrm>
            <a:off x="511968" y="6006222"/>
            <a:ext cx="11200605" cy="360000"/>
          </a:xfrm>
          <a:prstGeom prst="rect">
            <a:avLst/>
          </a:prstGeo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 and bring to front</a:t>
            </a:r>
          </a:p>
        </p:txBody>
      </p:sp>
    </p:spTree>
    <p:extLst>
      <p:ext uri="{BB962C8B-B14F-4D97-AF65-F5344CB8AC3E}">
        <p14:creationId xmlns:p14="http://schemas.microsoft.com/office/powerpoint/2010/main" val="4002725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with Image Two Third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8469C5E-9C74-3B22-9EF3-7486BE45D074}"/>
              </a:ext>
            </a:extLst>
          </p:cNvPr>
          <p:cNvSpPr>
            <a:spLocks noGrp="1"/>
          </p:cNvSpPr>
          <p:nvPr>
            <p:ph type="pic" sz="quarter" idx="34"/>
          </p:nvPr>
        </p:nvSpPr>
        <p:spPr>
          <a:xfrm>
            <a:off x="4224338" y="0"/>
            <a:ext cx="7967662" cy="6381750"/>
          </a:xfrm>
          <a:custGeom>
            <a:avLst/>
            <a:gdLst>
              <a:gd name="csX0" fmla="*/ 0 w 7967662"/>
              <a:gd name="csY0" fmla="*/ 0 h 6381750"/>
              <a:gd name="csX1" fmla="*/ 7967662 w 7967662"/>
              <a:gd name="csY1" fmla="*/ 0 h 6381750"/>
              <a:gd name="csX2" fmla="*/ 7967662 w 7967662"/>
              <a:gd name="csY2" fmla="*/ 6381750 h 6381750"/>
              <a:gd name="csX3" fmla="*/ 2092417 w 7967662"/>
              <a:gd name="csY3" fmla="*/ 6381750 h 6381750"/>
              <a:gd name="csX4" fmla="*/ 0 w 7967662"/>
              <a:gd name="csY4" fmla="*/ 4289333 h 6381750"/>
            </a:gdLst>
            <a:ahLst/>
            <a:cxnLst>
              <a:cxn ang="0">
                <a:pos x="csX0" y="csY0"/>
              </a:cxn>
              <a:cxn ang="0">
                <a:pos x="csX1" y="csY1"/>
              </a:cxn>
              <a:cxn ang="0">
                <a:pos x="csX2" y="csY2"/>
              </a:cxn>
              <a:cxn ang="0">
                <a:pos x="csX3" y="csY3"/>
              </a:cxn>
              <a:cxn ang="0">
                <a:pos x="csX4" y="csY4"/>
              </a:cxn>
            </a:cxnLst>
            <a:rect l="l" t="t" r="r" b="b"/>
            <a:pathLst>
              <a:path w="7967662" h="6381750">
                <a:moveTo>
                  <a:pt x="0" y="0"/>
                </a:moveTo>
                <a:lnTo>
                  <a:pt x="7967662" y="0"/>
                </a:lnTo>
                <a:lnTo>
                  <a:pt x="7967662" y="6381750"/>
                </a:lnTo>
                <a:lnTo>
                  <a:pt x="2092417" y="6381750"/>
                </a:lnTo>
                <a:cubicBezTo>
                  <a:pt x="936807" y="6381750"/>
                  <a:pt x="0" y="5444943"/>
                  <a:pt x="0" y="4289333"/>
                </a:cubicBezTo>
                <a:close/>
              </a:path>
            </a:pathLst>
          </a:custGeom>
          <a:solidFill>
            <a:schemeClr val="bg2"/>
          </a:solidFill>
        </p:spPr>
        <p:txBody>
          <a:bodyPr wrap="square">
            <a:noAutofit/>
          </a:bodyPr>
          <a:lstStyle/>
          <a:p>
            <a:r>
              <a:rPr lang="en-GB"/>
              <a:t>Click icon to add picture</a:t>
            </a:r>
            <a:endParaRPr lang="en-US"/>
          </a:p>
        </p:txBody>
      </p:sp>
      <p:sp>
        <p:nvSpPr>
          <p:cNvPr id="4" name="Footer Placeholder 6">
            <a:extLst>
              <a:ext uri="{FF2B5EF4-FFF2-40B4-BE49-F238E27FC236}">
                <a16:creationId xmlns:a16="http://schemas.microsoft.com/office/drawing/2014/main" id="{37A41EB4-6FD9-FE6A-2A0E-3807F76DBAE8}"/>
              </a:ext>
            </a:extLst>
          </p:cNvPr>
          <p:cNvSpPr>
            <a:spLocks noGrp="1"/>
          </p:cNvSpPr>
          <p:nvPr>
            <p:ph type="ftr" sz="quarter" idx="33"/>
          </p:nvPr>
        </p:nvSpPr>
        <p:spPr>
          <a:xfrm>
            <a:off x="479425" y="6381750"/>
            <a:ext cx="3744913" cy="476250"/>
          </a:xfrm>
        </p:spPr>
        <p:txBody>
          <a:bodyPr/>
          <a:lstStyle/>
          <a:p>
            <a:endParaRPr lang="en-AU" dirty="0"/>
          </a:p>
        </p:txBody>
      </p:sp>
      <p:sp>
        <p:nvSpPr>
          <p:cNvPr id="5" name="Slide Number Placeholder 7">
            <a:extLst>
              <a:ext uri="{FF2B5EF4-FFF2-40B4-BE49-F238E27FC236}">
                <a16:creationId xmlns:a16="http://schemas.microsoft.com/office/drawing/2014/main" id="{492C6F02-615C-6B18-5C82-3E0EB9887637}"/>
              </a:ext>
            </a:extLst>
          </p:cNvPr>
          <p:cNvSpPr>
            <a:spLocks noGrp="1"/>
          </p:cNvSpPr>
          <p:nvPr>
            <p:ph type="sldNum" sz="quarter" idx="24"/>
          </p:nvPr>
        </p:nvSpPr>
        <p:spPr>
          <a:xfrm>
            <a:off x="11208567" y="6381750"/>
            <a:ext cx="504007" cy="476250"/>
          </a:xfrm>
        </p:spPr>
        <p:txBody>
          <a:bodyPr/>
          <a:lstStyle/>
          <a:p>
            <a:fld id="{E917DE0E-AFB1-41FD-BC35-27DB61CA125F}" type="slidenum">
              <a:rPr lang="en-AU" smtClean="0"/>
              <a:pPr/>
              <a:t>‹#›</a:t>
            </a:fld>
            <a:endParaRPr lang="en-AU" dirty="0"/>
          </a:p>
        </p:txBody>
      </p:sp>
      <p:sp>
        <p:nvSpPr>
          <p:cNvPr id="6" name="Content Placeholder 9">
            <a:extLst>
              <a:ext uri="{FF2B5EF4-FFF2-40B4-BE49-F238E27FC236}">
                <a16:creationId xmlns:a16="http://schemas.microsoft.com/office/drawing/2014/main" id="{21EB1417-F284-8693-4B49-9F2DAA9FE7E7}"/>
              </a:ext>
            </a:extLst>
          </p:cNvPr>
          <p:cNvSpPr>
            <a:spLocks noGrp="1"/>
          </p:cNvSpPr>
          <p:nvPr>
            <p:ph sz="quarter" idx="10"/>
          </p:nvPr>
        </p:nvSpPr>
        <p:spPr>
          <a:xfrm>
            <a:off x="479425" y="2255224"/>
            <a:ext cx="3265487" cy="4126526"/>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Title 3">
            <a:extLst>
              <a:ext uri="{FF2B5EF4-FFF2-40B4-BE49-F238E27FC236}">
                <a16:creationId xmlns:a16="http://schemas.microsoft.com/office/drawing/2014/main" id="{FA58D727-BB58-3FDD-F908-D614190D9C85}"/>
              </a:ext>
            </a:extLst>
          </p:cNvPr>
          <p:cNvSpPr>
            <a:spLocks noGrp="1"/>
          </p:cNvSpPr>
          <p:nvPr>
            <p:ph type="title" hasCustomPrompt="1"/>
          </p:nvPr>
        </p:nvSpPr>
        <p:spPr>
          <a:xfrm>
            <a:off x="479426" y="895344"/>
            <a:ext cx="3254264" cy="469056"/>
          </a:xfrm>
        </p:spPr>
        <p:txBody>
          <a:bodyPr/>
          <a:lstStyle>
            <a:lvl1pPr>
              <a:defRPr sz="3600"/>
            </a:lvl1pPr>
          </a:lstStyle>
          <a:p>
            <a:r>
              <a:rPr lang="en-GB" dirty="0"/>
              <a:t>Title style</a:t>
            </a:r>
            <a:endParaRPr lang="en-AU" dirty="0"/>
          </a:p>
        </p:txBody>
      </p:sp>
      <p:sp>
        <p:nvSpPr>
          <p:cNvPr id="9" name="Text Placeholder 5">
            <a:extLst>
              <a:ext uri="{FF2B5EF4-FFF2-40B4-BE49-F238E27FC236}">
                <a16:creationId xmlns:a16="http://schemas.microsoft.com/office/drawing/2014/main" id="{17AF720F-B0B1-5AFC-396A-63C9E3DE519A}"/>
              </a:ext>
            </a:extLst>
          </p:cNvPr>
          <p:cNvSpPr>
            <a:spLocks noGrp="1"/>
          </p:cNvSpPr>
          <p:nvPr>
            <p:ph type="body" sz="quarter" idx="31" hasCustomPrompt="1"/>
          </p:nvPr>
        </p:nvSpPr>
        <p:spPr>
          <a:xfrm>
            <a:off x="479426" y="1573248"/>
            <a:ext cx="3254264" cy="506132"/>
          </a:xfrm>
          <a:prstGeom prst="rect">
            <a:avLst/>
          </a:prstGeom>
        </p:spPr>
        <p:txBody>
          <a:bodyPr>
            <a:noAutofit/>
          </a:bodyPr>
          <a:lstStyle>
            <a:lvl1pPr>
              <a:lnSpc>
                <a:spcPct val="100000"/>
              </a:lnSpc>
              <a:defRPr sz="1600" b="1">
                <a:solidFill>
                  <a:schemeClr val="tx2"/>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18059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 with Image Half">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412F5B3-C559-A051-FED5-A21477E72CAF}"/>
              </a:ext>
            </a:extLst>
          </p:cNvPr>
          <p:cNvSpPr>
            <a:spLocks noGrp="1"/>
          </p:cNvSpPr>
          <p:nvPr>
            <p:ph type="pic" sz="quarter" idx="32"/>
          </p:nvPr>
        </p:nvSpPr>
        <p:spPr>
          <a:xfrm>
            <a:off x="6096000" y="0"/>
            <a:ext cx="6096000" cy="6381750"/>
          </a:xfrm>
          <a:custGeom>
            <a:avLst/>
            <a:gdLst>
              <a:gd name="csX0" fmla="*/ 0 w 6096000"/>
              <a:gd name="csY0" fmla="*/ 0 h 6381750"/>
              <a:gd name="csX1" fmla="*/ 6096000 w 6096000"/>
              <a:gd name="csY1" fmla="*/ 0 h 6381750"/>
              <a:gd name="csX2" fmla="*/ 6096000 w 6096000"/>
              <a:gd name="csY2" fmla="*/ 6381750 h 6381750"/>
              <a:gd name="csX3" fmla="*/ 2092417 w 6096000"/>
              <a:gd name="csY3" fmla="*/ 6381750 h 6381750"/>
              <a:gd name="csX4" fmla="*/ 0 w 6096000"/>
              <a:gd name="csY4" fmla="*/ 4289333 h 6381750"/>
            </a:gdLst>
            <a:ahLst/>
            <a:cxnLst>
              <a:cxn ang="0">
                <a:pos x="csX0" y="csY0"/>
              </a:cxn>
              <a:cxn ang="0">
                <a:pos x="csX1" y="csY1"/>
              </a:cxn>
              <a:cxn ang="0">
                <a:pos x="csX2" y="csY2"/>
              </a:cxn>
              <a:cxn ang="0">
                <a:pos x="csX3" y="csY3"/>
              </a:cxn>
              <a:cxn ang="0">
                <a:pos x="csX4" y="csY4"/>
              </a:cxn>
            </a:cxnLst>
            <a:rect l="l" t="t" r="r" b="b"/>
            <a:pathLst>
              <a:path w="6096000" h="6381750">
                <a:moveTo>
                  <a:pt x="0" y="0"/>
                </a:moveTo>
                <a:lnTo>
                  <a:pt x="6096000" y="0"/>
                </a:lnTo>
                <a:lnTo>
                  <a:pt x="6096000" y="6381750"/>
                </a:lnTo>
                <a:lnTo>
                  <a:pt x="2092417" y="6381750"/>
                </a:lnTo>
                <a:cubicBezTo>
                  <a:pt x="936807" y="6381750"/>
                  <a:pt x="0" y="5444943"/>
                  <a:pt x="0" y="4289333"/>
                </a:cubicBezTo>
                <a:close/>
              </a:path>
            </a:pathLst>
          </a:custGeom>
          <a:solidFill>
            <a:schemeClr val="bg2"/>
          </a:solidFill>
        </p:spPr>
        <p:txBody>
          <a:bodyPr wrap="square">
            <a:noAutofit/>
          </a:bodyPr>
          <a:lstStyle/>
          <a:p>
            <a:r>
              <a:rPr lang="en-GB"/>
              <a:t>Click icon to add picture</a:t>
            </a:r>
            <a:endParaRPr lang="en-US"/>
          </a:p>
        </p:txBody>
      </p:sp>
      <p:sp>
        <p:nvSpPr>
          <p:cNvPr id="4" name="Footer Placeholder 6">
            <a:extLst>
              <a:ext uri="{FF2B5EF4-FFF2-40B4-BE49-F238E27FC236}">
                <a16:creationId xmlns:a16="http://schemas.microsoft.com/office/drawing/2014/main" id="{C8F7C4A3-CF6C-9203-4F5F-FB7CE707F065}"/>
              </a:ext>
            </a:extLst>
          </p:cNvPr>
          <p:cNvSpPr>
            <a:spLocks noGrp="1"/>
          </p:cNvSpPr>
          <p:nvPr>
            <p:ph type="ftr" sz="quarter" idx="33"/>
          </p:nvPr>
        </p:nvSpPr>
        <p:spPr>
          <a:xfrm>
            <a:off x="479425" y="6381750"/>
            <a:ext cx="3744913" cy="476250"/>
          </a:xfrm>
        </p:spPr>
        <p:txBody>
          <a:bodyPr/>
          <a:lstStyle/>
          <a:p>
            <a:endParaRPr lang="en-AU" dirty="0"/>
          </a:p>
        </p:txBody>
      </p:sp>
      <p:sp>
        <p:nvSpPr>
          <p:cNvPr id="5" name="Slide Number Placeholder 7">
            <a:extLst>
              <a:ext uri="{FF2B5EF4-FFF2-40B4-BE49-F238E27FC236}">
                <a16:creationId xmlns:a16="http://schemas.microsoft.com/office/drawing/2014/main" id="{5617A2B1-826A-2C9C-BE3A-17E5CF5A0B29}"/>
              </a:ext>
            </a:extLst>
          </p:cNvPr>
          <p:cNvSpPr>
            <a:spLocks noGrp="1"/>
          </p:cNvSpPr>
          <p:nvPr>
            <p:ph type="sldNum" sz="quarter" idx="24"/>
          </p:nvPr>
        </p:nvSpPr>
        <p:spPr>
          <a:xfrm>
            <a:off x="11208567" y="6381750"/>
            <a:ext cx="504007" cy="476250"/>
          </a:xfrm>
        </p:spPr>
        <p:txBody>
          <a:bodyPr/>
          <a:lstStyle/>
          <a:p>
            <a:fld id="{E917DE0E-AFB1-41FD-BC35-27DB61CA125F}" type="slidenum">
              <a:rPr lang="en-AU" smtClean="0"/>
              <a:pPr/>
              <a:t>‹#›</a:t>
            </a:fld>
            <a:endParaRPr lang="en-AU" dirty="0"/>
          </a:p>
        </p:txBody>
      </p:sp>
      <p:sp>
        <p:nvSpPr>
          <p:cNvPr id="8" name="Content Placeholder 9">
            <a:extLst>
              <a:ext uri="{FF2B5EF4-FFF2-40B4-BE49-F238E27FC236}">
                <a16:creationId xmlns:a16="http://schemas.microsoft.com/office/drawing/2014/main" id="{3A3D459F-7726-6A0A-5AED-4ECEB303B90A}"/>
              </a:ext>
            </a:extLst>
          </p:cNvPr>
          <p:cNvSpPr>
            <a:spLocks noGrp="1"/>
          </p:cNvSpPr>
          <p:nvPr>
            <p:ph sz="quarter" idx="10"/>
          </p:nvPr>
        </p:nvSpPr>
        <p:spPr>
          <a:xfrm>
            <a:off x="479425" y="2255224"/>
            <a:ext cx="5040512" cy="4126526"/>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9" name="Title 3">
            <a:extLst>
              <a:ext uri="{FF2B5EF4-FFF2-40B4-BE49-F238E27FC236}">
                <a16:creationId xmlns:a16="http://schemas.microsoft.com/office/drawing/2014/main" id="{F533A7A0-F601-4B65-6D3F-089EE59FA1F8}"/>
              </a:ext>
            </a:extLst>
          </p:cNvPr>
          <p:cNvSpPr>
            <a:spLocks noGrp="1"/>
          </p:cNvSpPr>
          <p:nvPr>
            <p:ph type="title" hasCustomPrompt="1"/>
          </p:nvPr>
        </p:nvSpPr>
        <p:spPr>
          <a:xfrm>
            <a:off x="479425" y="895344"/>
            <a:ext cx="5023189" cy="469056"/>
          </a:xfrm>
        </p:spPr>
        <p:txBody>
          <a:bodyPr/>
          <a:lstStyle>
            <a:lvl1pPr>
              <a:defRPr sz="3600"/>
            </a:lvl1pPr>
          </a:lstStyle>
          <a:p>
            <a:r>
              <a:rPr lang="en-GB" dirty="0"/>
              <a:t>Title style</a:t>
            </a:r>
            <a:endParaRPr lang="en-AU" dirty="0"/>
          </a:p>
        </p:txBody>
      </p:sp>
      <p:sp>
        <p:nvSpPr>
          <p:cNvPr id="10" name="Text Placeholder 5">
            <a:extLst>
              <a:ext uri="{FF2B5EF4-FFF2-40B4-BE49-F238E27FC236}">
                <a16:creationId xmlns:a16="http://schemas.microsoft.com/office/drawing/2014/main" id="{01906848-6332-CAAE-B118-3335117D9E79}"/>
              </a:ext>
            </a:extLst>
          </p:cNvPr>
          <p:cNvSpPr>
            <a:spLocks noGrp="1"/>
          </p:cNvSpPr>
          <p:nvPr>
            <p:ph type="body" sz="quarter" idx="31" hasCustomPrompt="1"/>
          </p:nvPr>
        </p:nvSpPr>
        <p:spPr>
          <a:xfrm>
            <a:off x="479425" y="1573248"/>
            <a:ext cx="5023189" cy="506132"/>
          </a:xfrm>
          <a:prstGeom prst="rect">
            <a:avLst/>
          </a:prstGeom>
        </p:spPr>
        <p:txBody>
          <a:bodyPr>
            <a:noAutofit/>
          </a:bodyPr>
          <a:lstStyle>
            <a:lvl1pPr>
              <a:lnSpc>
                <a:spcPct val="100000"/>
              </a:lnSpc>
              <a:defRPr sz="1600" b="1">
                <a:solidFill>
                  <a:schemeClr val="tx2"/>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3849677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with Image One Third">
    <p:spTree>
      <p:nvGrpSpPr>
        <p:cNvPr id="1" name=""/>
        <p:cNvGrpSpPr/>
        <p:nvPr/>
      </p:nvGrpSpPr>
      <p:grpSpPr>
        <a:xfrm>
          <a:off x="0" y="0"/>
          <a:ext cx="0" cy="0"/>
          <a:chOff x="0" y="0"/>
          <a:chExt cx="0" cy="0"/>
        </a:xfrm>
      </p:grpSpPr>
      <p:sp>
        <p:nvSpPr>
          <p:cNvPr id="4" name="Footer Placeholder 6">
            <a:extLst>
              <a:ext uri="{FF2B5EF4-FFF2-40B4-BE49-F238E27FC236}">
                <a16:creationId xmlns:a16="http://schemas.microsoft.com/office/drawing/2014/main" id="{40E460D2-9EB1-1D28-B6B6-A8FE18449EDA}"/>
              </a:ext>
            </a:extLst>
          </p:cNvPr>
          <p:cNvSpPr>
            <a:spLocks noGrp="1"/>
          </p:cNvSpPr>
          <p:nvPr>
            <p:ph type="ftr" sz="quarter" idx="33"/>
          </p:nvPr>
        </p:nvSpPr>
        <p:spPr>
          <a:xfrm>
            <a:off x="479425" y="6381750"/>
            <a:ext cx="3744913" cy="476250"/>
          </a:xfrm>
        </p:spPr>
        <p:txBody>
          <a:bodyPr/>
          <a:lstStyle/>
          <a:p>
            <a:endParaRPr lang="en-AU" dirty="0"/>
          </a:p>
        </p:txBody>
      </p:sp>
      <p:sp>
        <p:nvSpPr>
          <p:cNvPr id="5" name="Slide Number Placeholder 7">
            <a:extLst>
              <a:ext uri="{FF2B5EF4-FFF2-40B4-BE49-F238E27FC236}">
                <a16:creationId xmlns:a16="http://schemas.microsoft.com/office/drawing/2014/main" id="{7F612023-6665-FA3A-30D0-374517F61E48}"/>
              </a:ext>
            </a:extLst>
          </p:cNvPr>
          <p:cNvSpPr>
            <a:spLocks noGrp="1"/>
          </p:cNvSpPr>
          <p:nvPr>
            <p:ph type="sldNum" sz="quarter" idx="24"/>
          </p:nvPr>
        </p:nvSpPr>
        <p:spPr>
          <a:xfrm>
            <a:off x="11208567" y="6381750"/>
            <a:ext cx="504007" cy="476250"/>
          </a:xfrm>
        </p:spPr>
        <p:txBody>
          <a:bodyPr/>
          <a:lstStyle/>
          <a:p>
            <a:fld id="{E917DE0E-AFB1-41FD-BC35-27DB61CA125F}" type="slidenum">
              <a:rPr lang="en-AU" smtClean="0"/>
              <a:pPr/>
              <a:t>‹#›</a:t>
            </a:fld>
            <a:endParaRPr lang="en-AU" dirty="0"/>
          </a:p>
        </p:txBody>
      </p:sp>
      <p:sp>
        <p:nvSpPr>
          <p:cNvPr id="6" name="Content Placeholder 9">
            <a:extLst>
              <a:ext uri="{FF2B5EF4-FFF2-40B4-BE49-F238E27FC236}">
                <a16:creationId xmlns:a16="http://schemas.microsoft.com/office/drawing/2014/main" id="{C70C628A-9409-8A34-7DD1-450B750B023D}"/>
              </a:ext>
            </a:extLst>
          </p:cNvPr>
          <p:cNvSpPr>
            <a:spLocks noGrp="1"/>
          </p:cNvSpPr>
          <p:nvPr>
            <p:ph sz="quarter" idx="10"/>
          </p:nvPr>
        </p:nvSpPr>
        <p:spPr>
          <a:xfrm>
            <a:off x="479424" y="2255224"/>
            <a:ext cx="7008815" cy="4126526"/>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9" name="Title 3">
            <a:extLst>
              <a:ext uri="{FF2B5EF4-FFF2-40B4-BE49-F238E27FC236}">
                <a16:creationId xmlns:a16="http://schemas.microsoft.com/office/drawing/2014/main" id="{4A7D26F4-036A-F2F1-403F-445458B4A8BF}"/>
              </a:ext>
            </a:extLst>
          </p:cNvPr>
          <p:cNvSpPr>
            <a:spLocks noGrp="1"/>
          </p:cNvSpPr>
          <p:nvPr>
            <p:ph type="title"/>
          </p:nvPr>
        </p:nvSpPr>
        <p:spPr>
          <a:xfrm>
            <a:off x="479425" y="895344"/>
            <a:ext cx="6984728" cy="469056"/>
          </a:xfrm>
        </p:spPr>
        <p:txBody>
          <a:bodyPr/>
          <a:lstStyle>
            <a:lvl1pPr>
              <a:defRPr sz="3600"/>
            </a:lvl1pPr>
          </a:lstStyle>
          <a:p>
            <a:r>
              <a:rPr lang="en-GB"/>
              <a:t>Click to edit Master title style</a:t>
            </a:r>
            <a:endParaRPr lang="en-AU" dirty="0"/>
          </a:p>
        </p:txBody>
      </p:sp>
      <p:sp>
        <p:nvSpPr>
          <p:cNvPr id="10" name="Text Placeholder 5">
            <a:extLst>
              <a:ext uri="{FF2B5EF4-FFF2-40B4-BE49-F238E27FC236}">
                <a16:creationId xmlns:a16="http://schemas.microsoft.com/office/drawing/2014/main" id="{C698A590-2A25-0F65-E755-28E9F0E25EFF}"/>
              </a:ext>
            </a:extLst>
          </p:cNvPr>
          <p:cNvSpPr>
            <a:spLocks noGrp="1"/>
          </p:cNvSpPr>
          <p:nvPr>
            <p:ph type="body" sz="quarter" idx="31" hasCustomPrompt="1"/>
          </p:nvPr>
        </p:nvSpPr>
        <p:spPr>
          <a:xfrm>
            <a:off x="479425" y="1573248"/>
            <a:ext cx="6984728" cy="506132"/>
          </a:xfrm>
          <a:prstGeom prst="rect">
            <a:avLst/>
          </a:prstGeom>
        </p:spPr>
        <p:txBody>
          <a:bodyPr>
            <a:noAutofit/>
          </a:bodyPr>
          <a:lstStyle>
            <a:lvl1pPr>
              <a:lnSpc>
                <a:spcPct val="100000"/>
              </a:lnSpc>
              <a:defRPr sz="1600" b="1">
                <a:solidFill>
                  <a:schemeClr val="tx2"/>
                </a:solidFill>
              </a:defRPr>
            </a:lvl1pPr>
            <a:lvl2pPr marL="612" indent="0">
              <a:buNone/>
              <a:defRPr/>
            </a:lvl2pPr>
          </a:lstStyle>
          <a:p>
            <a:pPr lvl="0"/>
            <a:r>
              <a:rPr lang="en-US" dirty="0"/>
              <a:t>[Subtitle]</a:t>
            </a:r>
          </a:p>
        </p:txBody>
      </p:sp>
      <p:sp>
        <p:nvSpPr>
          <p:cNvPr id="27" name="Picture Placeholder 26">
            <a:extLst>
              <a:ext uri="{FF2B5EF4-FFF2-40B4-BE49-F238E27FC236}">
                <a16:creationId xmlns:a16="http://schemas.microsoft.com/office/drawing/2014/main" id="{9CCE597F-86D7-DE24-0269-B59E472911C3}"/>
              </a:ext>
            </a:extLst>
          </p:cNvPr>
          <p:cNvSpPr>
            <a:spLocks noGrp="1"/>
          </p:cNvSpPr>
          <p:nvPr>
            <p:ph type="pic" sz="quarter" idx="34"/>
          </p:nvPr>
        </p:nvSpPr>
        <p:spPr>
          <a:xfrm>
            <a:off x="7967662" y="0"/>
            <a:ext cx="4224338" cy="6381750"/>
          </a:xfrm>
          <a:custGeom>
            <a:avLst/>
            <a:gdLst>
              <a:gd name="csX0" fmla="*/ 0 w 4224338"/>
              <a:gd name="csY0" fmla="*/ 0 h 6381750"/>
              <a:gd name="csX1" fmla="*/ 4224338 w 4224338"/>
              <a:gd name="csY1" fmla="*/ 0 h 6381750"/>
              <a:gd name="csX2" fmla="*/ 4224338 w 4224338"/>
              <a:gd name="csY2" fmla="*/ 6381750 h 6381750"/>
              <a:gd name="csX3" fmla="*/ 1475312 w 4224338"/>
              <a:gd name="csY3" fmla="*/ 6381750 h 6381750"/>
              <a:gd name="csX4" fmla="*/ 0 w 4224338"/>
              <a:gd name="csY4" fmla="*/ 4906438 h 6381750"/>
            </a:gdLst>
            <a:ahLst/>
            <a:cxnLst>
              <a:cxn ang="0">
                <a:pos x="csX0" y="csY0"/>
              </a:cxn>
              <a:cxn ang="0">
                <a:pos x="csX1" y="csY1"/>
              </a:cxn>
              <a:cxn ang="0">
                <a:pos x="csX2" y="csY2"/>
              </a:cxn>
              <a:cxn ang="0">
                <a:pos x="csX3" y="csY3"/>
              </a:cxn>
              <a:cxn ang="0">
                <a:pos x="csX4" y="csY4"/>
              </a:cxn>
            </a:cxnLst>
            <a:rect l="l" t="t" r="r" b="b"/>
            <a:pathLst>
              <a:path w="4224338" h="6381750">
                <a:moveTo>
                  <a:pt x="0" y="0"/>
                </a:moveTo>
                <a:lnTo>
                  <a:pt x="4224338" y="0"/>
                </a:lnTo>
                <a:lnTo>
                  <a:pt x="4224338" y="6381750"/>
                </a:lnTo>
                <a:lnTo>
                  <a:pt x="1475312" y="6381750"/>
                </a:lnTo>
                <a:cubicBezTo>
                  <a:pt x="660520" y="6381750"/>
                  <a:pt x="0" y="5721230"/>
                  <a:pt x="0" y="4906438"/>
                </a:cubicBezTo>
                <a:close/>
              </a:path>
            </a:pathLst>
          </a:custGeom>
          <a:solidFill>
            <a:schemeClr val="bg2"/>
          </a:solidFill>
        </p:spPr>
        <p:txBody>
          <a:bodyPr wrap="square">
            <a:noAutofit/>
          </a:bodyPr>
          <a:lstStyle/>
          <a:p>
            <a:r>
              <a:rPr lang="en-GB"/>
              <a:t>Click icon to add picture</a:t>
            </a:r>
            <a:endParaRPr lang="en-US"/>
          </a:p>
        </p:txBody>
      </p:sp>
    </p:spTree>
    <p:extLst>
      <p:ext uri="{BB962C8B-B14F-4D97-AF65-F5344CB8AC3E}">
        <p14:creationId xmlns:p14="http://schemas.microsoft.com/office/powerpoint/2010/main" val="243135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 with Image Two Thirds Alt">
    <p:bg>
      <p:bgPr>
        <a:solidFill>
          <a:schemeClr val="accent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E05E8E5-FC3F-4B02-8560-314161E65934}"/>
              </a:ext>
            </a:extLst>
          </p:cNvPr>
          <p:cNvSpPr>
            <a:spLocks noGrp="1"/>
          </p:cNvSpPr>
          <p:nvPr>
            <p:ph type="ftr" sz="quarter" idx="10"/>
          </p:nvPr>
        </p:nvSpPr>
        <p:spPr/>
        <p:txBody>
          <a:bodyPr/>
          <a:lstStyle>
            <a:lvl1pPr>
              <a:defRPr b="0">
                <a:solidFill>
                  <a:schemeClr val="bg1"/>
                </a:solidFill>
              </a:defRPr>
            </a:lvl1pPr>
          </a:lstStyle>
          <a:p>
            <a:endParaRPr lang="en-AU" dirty="0"/>
          </a:p>
        </p:txBody>
      </p:sp>
      <p:sp>
        <p:nvSpPr>
          <p:cNvPr id="4" name="Slide Number Placeholder 3">
            <a:extLst>
              <a:ext uri="{FF2B5EF4-FFF2-40B4-BE49-F238E27FC236}">
                <a16:creationId xmlns:a16="http://schemas.microsoft.com/office/drawing/2014/main" id="{5B783E44-C534-44A2-8F6E-F9372FE5C6E2}"/>
              </a:ext>
            </a:extLst>
          </p:cNvPr>
          <p:cNvSpPr>
            <a:spLocks noGrp="1"/>
          </p:cNvSpPr>
          <p:nvPr>
            <p:ph type="sldNum" sz="quarter" idx="11"/>
          </p:nvPr>
        </p:nvSpPr>
        <p:spPr/>
        <p:txBody>
          <a:bodyPr/>
          <a:lstStyle>
            <a:lvl1pPr>
              <a:defRPr>
                <a:solidFill>
                  <a:schemeClr val="bg1"/>
                </a:solidFill>
              </a:defRPr>
            </a:lvl1pPr>
          </a:lstStyle>
          <a:p>
            <a:fld id="{E917DE0E-AFB1-41FD-BC35-27DB61CA125F}" type="slidenum">
              <a:rPr lang="en-AU" smtClean="0"/>
              <a:pPr/>
              <a:t>‹#›</a:t>
            </a:fld>
            <a:endParaRPr lang="en-AU" dirty="0"/>
          </a:p>
        </p:txBody>
      </p:sp>
      <p:sp>
        <p:nvSpPr>
          <p:cNvPr id="6" name="Content Placeholder 9">
            <a:extLst>
              <a:ext uri="{FF2B5EF4-FFF2-40B4-BE49-F238E27FC236}">
                <a16:creationId xmlns:a16="http://schemas.microsoft.com/office/drawing/2014/main" id="{7FE2C2C7-E69B-D4BD-540E-94A6945AA55A}"/>
              </a:ext>
            </a:extLst>
          </p:cNvPr>
          <p:cNvSpPr>
            <a:spLocks noGrp="1"/>
          </p:cNvSpPr>
          <p:nvPr>
            <p:ph sz="quarter" idx="33"/>
          </p:nvPr>
        </p:nvSpPr>
        <p:spPr>
          <a:xfrm>
            <a:off x="479425" y="2255224"/>
            <a:ext cx="3456335" cy="4126526"/>
          </a:xfrm>
          <a:prstGeom prst="rect">
            <a:avLst/>
          </a:prstGeom>
        </p:spPr>
        <p:txBody>
          <a:bodyPr vert="horz" lIns="0" tIns="0" rIns="0" bIns="0" rtlCol="0">
            <a:noAutofit/>
          </a:bodyPr>
          <a:lstStyle>
            <a:lvl1pPr>
              <a:lnSpc>
                <a:spcPct val="100000"/>
              </a:lnSpc>
              <a:spcAft>
                <a:spcPts val="1200"/>
              </a:spcAft>
              <a:defRPr lang="en-US" sz="1600" dirty="0">
                <a:solidFill>
                  <a:schemeClr val="bg1"/>
                </a:solidFill>
              </a:defRPr>
            </a:lvl1pPr>
            <a:lvl2pPr>
              <a:lnSpc>
                <a:spcPct val="100000"/>
              </a:lnSpc>
              <a:spcAft>
                <a:spcPts val="600"/>
              </a:spcAft>
              <a:defRPr lang="en-US" sz="1400" dirty="0">
                <a:solidFill>
                  <a:schemeClr val="bg1"/>
                </a:solidFill>
              </a:defRPr>
            </a:lvl2pPr>
            <a:lvl3pPr>
              <a:lnSpc>
                <a:spcPct val="100000"/>
              </a:lnSpc>
              <a:spcAft>
                <a:spcPts val="600"/>
              </a:spcAft>
              <a:defRPr lang="en-US" sz="1400" dirty="0">
                <a:solidFill>
                  <a:schemeClr val="bg1"/>
                </a:solidFill>
              </a:defRPr>
            </a:lvl3pPr>
            <a:lvl4pPr>
              <a:lnSpc>
                <a:spcPct val="100000"/>
              </a:lnSpc>
              <a:spcAft>
                <a:spcPts val="600"/>
              </a:spcAft>
              <a:defRPr lang="en-US" sz="1400" dirty="0">
                <a:solidFill>
                  <a:schemeClr val="bg1"/>
                </a:solidFill>
              </a:defRPr>
            </a:lvl4pPr>
            <a:lvl5pPr>
              <a:lnSpc>
                <a:spcPct val="100000"/>
              </a:lnSpc>
              <a:spcAft>
                <a:spcPts val="600"/>
              </a:spcAft>
              <a:defRPr lang="en-US" sz="1400" dirty="0">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Title 3">
            <a:extLst>
              <a:ext uri="{FF2B5EF4-FFF2-40B4-BE49-F238E27FC236}">
                <a16:creationId xmlns:a16="http://schemas.microsoft.com/office/drawing/2014/main" id="{3D4A3C22-A0DB-4971-AE76-220B91354763}"/>
              </a:ext>
            </a:extLst>
          </p:cNvPr>
          <p:cNvSpPr>
            <a:spLocks noGrp="1"/>
          </p:cNvSpPr>
          <p:nvPr>
            <p:ph type="title" hasCustomPrompt="1"/>
          </p:nvPr>
        </p:nvSpPr>
        <p:spPr>
          <a:xfrm>
            <a:off x="479426" y="895344"/>
            <a:ext cx="3449836" cy="469056"/>
          </a:xfrm>
        </p:spPr>
        <p:txBody>
          <a:bodyPr/>
          <a:lstStyle>
            <a:lvl1pPr>
              <a:defRPr sz="3600">
                <a:solidFill>
                  <a:schemeClr val="bg1"/>
                </a:solidFill>
              </a:defRPr>
            </a:lvl1pPr>
          </a:lstStyle>
          <a:p>
            <a:r>
              <a:rPr lang="en-GB" dirty="0"/>
              <a:t>Title style</a:t>
            </a:r>
            <a:endParaRPr lang="en-AU" dirty="0"/>
          </a:p>
        </p:txBody>
      </p:sp>
      <p:sp>
        <p:nvSpPr>
          <p:cNvPr id="10" name="Text Placeholder 5">
            <a:extLst>
              <a:ext uri="{FF2B5EF4-FFF2-40B4-BE49-F238E27FC236}">
                <a16:creationId xmlns:a16="http://schemas.microsoft.com/office/drawing/2014/main" id="{9FC7C509-88E0-8755-5280-4C93616BFE27}"/>
              </a:ext>
            </a:extLst>
          </p:cNvPr>
          <p:cNvSpPr>
            <a:spLocks noGrp="1"/>
          </p:cNvSpPr>
          <p:nvPr>
            <p:ph type="body" sz="quarter" idx="31" hasCustomPrompt="1"/>
          </p:nvPr>
        </p:nvSpPr>
        <p:spPr>
          <a:xfrm>
            <a:off x="479426" y="1573248"/>
            <a:ext cx="3449836" cy="506132"/>
          </a:xfrm>
          <a:prstGeom prst="rect">
            <a:avLst/>
          </a:prstGeom>
        </p:spPr>
        <p:txBody>
          <a:bodyPr>
            <a:noAutofit/>
          </a:bodyPr>
          <a:lstStyle>
            <a:lvl1pPr>
              <a:lnSpc>
                <a:spcPct val="100000"/>
              </a:lnSpc>
              <a:defRPr sz="1600" b="1">
                <a:solidFill>
                  <a:schemeClr val="bg1"/>
                </a:solidFill>
              </a:defRPr>
            </a:lvl1pPr>
            <a:lvl2pPr marL="612" indent="0">
              <a:buNone/>
              <a:defRPr/>
            </a:lvl2pPr>
          </a:lstStyle>
          <a:p>
            <a:pPr lvl="0"/>
            <a:r>
              <a:rPr lang="en-US" dirty="0"/>
              <a:t>[Subtitle]</a:t>
            </a:r>
          </a:p>
        </p:txBody>
      </p:sp>
      <p:sp>
        <p:nvSpPr>
          <p:cNvPr id="18" name="Picture Placeholder 17">
            <a:extLst>
              <a:ext uri="{FF2B5EF4-FFF2-40B4-BE49-F238E27FC236}">
                <a16:creationId xmlns:a16="http://schemas.microsoft.com/office/drawing/2014/main" id="{6187B4F8-6381-7CB4-1769-4E71DA1485DB}"/>
              </a:ext>
            </a:extLst>
          </p:cNvPr>
          <p:cNvSpPr>
            <a:spLocks noGrp="1"/>
          </p:cNvSpPr>
          <p:nvPr>
            <p:ph type="pic" sz="quarter" idx="34"/>
          </p:nvPr>
        </p:nvSpPr>
        <p:spPr>
          <a:xfrm>
            <a:off x="4224338" y="0"/>
            <a:ext cx="7967662" cy="6381750"/>
          </a:xfrm>
          <a:custGeom>
            <a:avLst/>
            <a:gdLst>
              <a:gd name="csX0" fmla="*/ 0 w 7967662"/>
              <a:gd name="csY0" fmla="*/ 0 h 6381750"/>
              <a:gd name="csX1" fmla="*/ 7967662 w 7967662"/>
              <a:gd name="csY1" fmla="*/ 0 h 6381750"/>
              <a:gd name="csX2" fmla="*/ 7967662 w 7967662"/>
              <a:gd name="csY2" fmla="*/ 6381750 h 6381750"/>
              <a:gd name="csX3" fmla="*/ 2092417 w 7967662"/>
              <a:gd name="csY3" fmla="*/ 6381750 h 6381750"/>
              <a:gd name="csX4" fmla="*/ 0 w 7967662"/>
              <a:gd name="csY4" fmla="*/ 4289333 h 6381750"/>
            </a:gdLst>
            <a:ahLst/>
            <a:cxnLst>
              <a:cxn ang="0">
                <a:pos x="csX0" y="csY0"/>
              </a:cxn>
              <a:cxn ang="0">
                <a:pos x="csX1" y="csY1"/>
              </a:cxn>
              <a:cxn ang="0">
                <a:pos x="csX2" y="csY2"/>
              </a:cxn>
              <a:cxn ang="0">
                <a:pos x="csX3" y="csY3"/>
              </a:cxn>
              <a:cxn ang="0">
                <a:pos x="csX4" y="csY4"/>
              </a:cxn>
            </a:cxnLst>
            <a:rect l="l" t="t" r="r" b="b"/>
            <a:pathLst>
              <a:path w="7967662" h="6381750">
                <a:moveTo>
                  <a:pt x="0" y="0"/>
                </a:moveTo>
                <a:lnTo>
                  <a:pt x="7967662" y="0"/>
                </a:lnTo>
                <a:lnTo>
                  <a:pt x="7967662" y="6381750"/>
                </a:lnTo>
                <a:lnTo>
                  <a:pt x="2092417" y="6381750"/>
                </a:lnTo>
                <a:cubicBezTo>
                  <a:pt x="936807" y="6381750"/>
                  <a:pt x="0" y="5444943"/>
                  <a:pt x="0" y="4289333"/>
                </a:cubicBezTo>
                <a:close/>
              </a:path>
            </a:pathLst>
          </a:custGeom>
          <a:solidFill>
            <a:schemeClr val="bg2"/>
          </a:solidFill>
        </p:spPr>
        <p:txBody>
          <a:bodyPr wrap="square">
            <a:noAutofit/>
          </a:bodyPr>
          <a:lstStyle/>
          <a:p>
            <a:r>
              <a:rPr lang="en-GB"/>
              <a:t>Click icon to add picture</a:t>
            </a:r>
            <a:endParaRPr lang="en-US"/>
          </a:p>
        </p:txBody>
      </p:sp>
    </p:spTree>
    <p:extLst>
      <p:ext uri="{BB962C8B-B14F-4D97-AF65-F5344CB8AC3E}">
        <p14:creationId xmlns:p14="http://schemas.microsoft.com/office/powerpoint/2010/main" val="1426045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with Image Half Alt">
    <p:bg>
      <p:bgPr>
        <a:solidFill>
          <a:schemeClr val="accent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E05E8E5-FC3F-4B02-8560-314161E65934}"/>
              </a:ext>
            </a:extLst>
          </p:cNvPr>
          <p:cNvSpPr>
            <a:spLocks noGrp="1"/>
          </p:cNvSpPr>
          <p:nvPr>
            <p:ph type="ftr" sz="quarter" idx="10"/>
          </p:nvPr>
        </p:nvSpPr>
        <p:spPr/>
        <p:txBody>
          <a:bodyPr/>
          <a:lstStyle>
            <a:lvl1pPr>
              <a:defRPr b="0">
                <a:solidFill>
                  <a:schemeClr val="bg1"/>
                </a:solidFill>
              </a:defRPr>
            </a:lvl1pPr>
          </a:lstStyle>
          <a:p>
            <a:endParaRPr lang="en-AU" dirty="0"/>
          </a:p>
        </p:txBody>
      </p:sp>
      <p:sp>
        <p:nvSpPr>
          <p:cNvPr id="4" name="Slide Number Placeholder 3">
            <a:extLst>
              <a:ext uri="{FF2B5EF4-FFF2-40B4-BE49-F238E27FC236}">
                <a16:creationId xmlns:a16="http://schemas.microsoft.com/office/drawing/2014/main" id="{5B783E44-C534-44A2-8F6E-F9372FE5C6E2}"/>
              </a:ext>
            </a:extLst>
          </p:cNvPr>
          <p:cNvSpPr>
            <a:spLocks noGrp="1"/>
          </p:cNvSpPr>
          <p:nvPr>
            <p:ph type="sldNum" sz="quarter" idx="11"/>
          </p:nvPr>
        </p:nvSpPr>
        <p:spPr/>
        <p:txBody>
          <a:bodyPr/>
          <a:lstStyle>
            <a:lvl1pPr>
              <a:defRPr>
                <a:solidFill>
                  <a:schemeClr val="bg1"/>
                </a:solidFill>
              </a:defRPr>
            </a:lvl1pPr>
          </a:lstStyle>
          <a:p>
            <a:fld id="{E917DE0E-AFB1-41FD-BC35-27DB61CA125F}" type="slidenum">
              <a:rPr lang="en-AU" smtClean="0"/>
              <a:pPr/>
              <a:t>‹#›</a:t>
            </a:fld>
            <a:endParaRPr lang="en-AU" dirty="0"/>
          </a:p>
        </p:txBody>
      </p:sp>
      <p:sp>
        <p:nvSpPr>
          <p:cNvPr id="13" name="Picture Placeholder 12">
            <a:extLst>
              <a:ext uri="{FF2B5EF4-FFF2-40B4-BE49-F238E27FC236}">
                <a16:creationId xmlns:a16="http://schemas.microsoft.com/office/drawing/2014/main" id="{14E95E40-1F67-A4BD-91C4-10B06BFC341A}"/>
              </a:ext>
            </a:extLst>
          </p:cNvPr>
          <p:cNvSpPr>
            <a:spLocks noGrp="1"/>
          </p:cNvSpPr>
          <p:nvPr>
            <p:ph type="pic" sz="quarter" idx="32"/>
          </p:nvPr>
        </p:nvSpPr>
        <p:spPr>
          <a:xfrm>
            <a:off x="6096000" y="0"/>
            <a:ext cx="6096000" cy="6381750"/>
          </a:xfrm>
          <a:custGeom>
            <a:avLst/>
            <a:gdLst>
              <a:gd name="csX0" fmla="*/ 0 w 6096000"/>
              <a:gd name="csY0" fmla="*/ 0 h 6381750"/>
              <a:gd name="csX1" fmla="*/ 6096000 w 6096000"/>
              <a:gd name="csY1" fmla="*/ 0 h 6381750"/>
              <a:gd name="csX2" fmla="*/ 6096000 w 6096000"/>
              <a:gd name="csY2" fmla="*/ 6381750 h 6381750"/>
              <a:gd name="csX3" fmla="*/ 2092417 w 6096000"/>
              <a:gd name="csY3" fmla="*/ 6381750 h 6381750"/>
              <a:gd name="csX4" fmla="*/ 0 w 6096000"/>
              <a:gd name="csY4" fmla="*/ 4289333 h 6381750"/>
            </a:gdLst>
            <a:ahLst/>
            <a:cxnLst>
              <a:cxn ang="0">
                <a:pos x="csX0" y="csY0"/>
              </a:cxn>
              <a:cxn ang="0">
                <a:pos x="csX1" y="csY1"/>
              </a:cxn>
              <a:cxn ang="0">
                <a:pos x="csX2" y="csY2"/>
              </a:cxn>
              <a:cxn ang="0">
                <a:pos x="csX3" y="csY3"/>
              </a:cxn>
              <a:cxn ang="0">
                <a:pos x="csX4" y="csY4"/>
              </a:cxn>
            </a:cxnLst>
            <a:rect l="l" t="t" r="r" b="b"/>
            <a:pathLst>
              <a:path w="6096000" h="6381750">
                <a:moveTo>
                  <a:pt x="0" y="0"/>
                </a:moveTo>
                <a:lnTo>
                  <a:pt x="6096000" y="0"/>
                </a:lnTo>
                <a:lnTo>
                  <a:pt x="6096000" y="6381750"/>
                </a:lnTo>
                <a:lnTo>
                  <a:pt x="2092417" y="6381750"/>
                </a:lnTo>
                <a:cubicBezTo>
                  <a:pt x="936807" y="6381750"/>
                  <a:pt x="0" y="5444943"/>
                  <a:pt x="0" y="4289333"/>
                </a:cubicBezTo>
                <a:close/>
              </a:path>
            </a:pathLst>
          </a:custGeom>
          <a:solidFill>
            <a:schemeClr val="bg2"/>
          </a:solidFill>
        </p:spPr>
        <p:txBody>
          <a:bodyPr wrap="square">
            <a:noAutofit/>
          </a:bodyPr>
          <a:lstStyle/>
          <a:p>
            <a:r>
              <a:rPr lang="en-GB"/>
              <a:t>Click icon to add picture</a:t>
            </a:r>
            <a:endParaRPr lang="en-US"/>
          </a:p>
        </p:txBody>
      </p:sp>
      <p:sp>
        <p:nvSpPr>
          <p:cNvPr id="15" name="Content Placeholder 9">
            <a:extLst>
              <a:ext uri="{FF2B5EF4-FFF2-40B4-BE49-F238E27FC236}">
                <a16:creationId xmlns:a16="http://schemas.microsoft.com/office/drawing/2014/main" id="{9B085CFE-8F09-5C09-45D9-4593D77EC854}"/>
              </a:ext>
            </a:extLst>
          </p:cNvPr>
          <p:cNvSpPr>
            <a:spLocks noGrp="1"/>
          </p:cNvSpPr>
          <p:nvPr>
            <p:ph sz="quarter" idx="33"/>
          </p:nvPr>
        </p:nvSpPr>
        <p:spPr>
          <a:xfrm>
            <a:off x="479425" y="2255224"/>
            <a:ext cx="5040512" cy="4126526"/>
          </a:xfrm>
          <a:prstGeom prst="rect">
            <a:avLst/>
          </a:prstGeom>
        </p:spPr>
        <p:txBody>
          <a:bodyPr vert="horz" lIns="0" tIns="0" rIns="0" bIns="0" rtlCol="0">
            <a:noAutofit/>
          </a:bodyPr>
          <a:lstStyle>
            <a:lvl1pPr>
              <a:lnSpc>
                <a:spcPct val="100000"/>
              </a:lnSpc>
              <a:spcAft>
                <a:spcPts val="1200"/>
              </a:spcAft>
              <a:defRPr lang="en-US" sz="1600" dirty="0">
                <a:solidFill>
                  <a:schemeClr val="bg1"/>
                </a:solidFill>
              </a:defRPr>
            </a:lvl1pPr>
            <a:lvl2pPr>
              <a:lnSpc>
                <a:spcPct val="100000"/>
              </a:lnSpc>
              <a:spcAft>
                <a:spcPts val="600"/>
              </a:spcAft>
              <a:defRPr lang="en-US" sz="1400" dirty="0">
                <a:solidFill>
                  <a:schemeClr val="bg1"/>
                </a:solidFill>
              </a:defRPr>
            </a:lvl2pPr>
            <a:lvl3pPr>
              <a:lnSpc>
                <a:spcPct val="100000"/>
              </a:lnSpc>
              <a:spcAft>
                <a:spcPts val="600"/>
              </a:spcAft>
              <a:defRPr lang="en-US" sz="1400" dirty="0">
                <a:solidFill>
                  <a:schemeClr val="bg1"/>
                </a:solidFill>
              </a:defRPr>
            </a:lvl3pPr>
            <a:lvl4pPr>
              <a:lnSpc>
                <a:spcPct val="100000"/>
              </a:lnSpc>
              <a:spcAft>
                <a:spcPts val="600"/>
              </a:spcAft>
              <a:defRPr lang="en-US" sz="1400" dirty="0">
                <a:solidFill>
                  <a:schemeClr val="bg1"/>
                </a:solidFill>
              </a:defRPr>
            </a:lvl4pPr>
            <a:lvl5pPr>
              <a:lnSpc>
                <a:spcPct val="100000"/>
              </a:lnSpc>
              <a:spcAft>
                <a:spcPts val="600"/>
              </a:spcAft>
              <a:defRPr lang="en-US" sz="1400" dirty="0">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6" name="Title 3">
            <a:extLst>
              <a:ext uri="{FF2B5EF4-FFF2-40B4-BE49-F238E27FC236}">
                <a16:creationId xmlns:a16="http://schemas.microsoft.com/office/drawing/2014/main" id="{02FC4ACD-EFA3-1B1F-4B54-E7DC753B9599}"/>
              </a:ext>
            </a:extLst>
          </p:cNvPr>
          <p:cNvSpPr>
            <a:spLocks noGrp="1"/>
          </p:cNvSpPr>
          <p:nvPr>
            <p:ph type="title" hasCustomPrompt="1"/>
          </p:nvPr>
        </p:nvSpPr>
        <p:spPr>
          <a:xfrm>
            <a:off x="479425" y="895344"/>
            <a:ext cx="5031034" cy="469056"/>
          </a:xfrm>
        </p:spPr>
        <p:txBody>
          <a:bodyPr/>
          <a:lstStyle>
            <a:lvl1pPr>
              <a:defRPr sz="3600">
                <a:solidFill>
                  <a:schemeClr val="bg1"/>
                </a:solidFill>
              </a:defRPr>
            </a:lvl1pPr>
          </a:lstStyle>
          <a:p>
            <a:r>
              <a:rPr lang="en-GB" dirty="0"/>
              <a:t>Title style</a:t>
            </a:r>
            <a:endParaRPr lang="en-AU" dirty="0"/>
          </a:p>
        </p:txBody>
      </p:sp>
      <p:sp>
        <p:nvSpPr>
          <p:cNvPr id="18" name="Text Placeholder 5">
            <a:extLst>
              <a:ext uri="{FF2B5EF4-FFF2-40B4-BE49-F238E27FC236}">
                <a16:creationId xmlns:a16="http://schemas.microsoft.com/office/drawing/2014/main" id="{21290900-1990-559A-FAD4-99BAAD6596A7}"/>
              </a:ext>
            </a:extLst>
          </p:cNvPr>
          <p:cNvSpPr>
            <a:spLocks noGrp="1"/>
          </p:cNvSpPr>
          <p:nvPr>
            <p:ph type="body" sz="quarter" idx="31" hasCustomPrompt="1"/>
          </p:nvPr>
        </p:nvSpPr>
        <p:spPr>
          <a:xfrm>
            <a:off x="479425" y="1573248"/>
            <a:ext cx="5031034" cy="506132"/>
          </a:xfrm>
          <a:prstGeom prst="rect">
            <a:avLst/>
          </a:prstGeom>
        </p:spPr>
        <p:txBody>
          <a:bodyPr>
            <a:noAutofit/>
          </a:bodyPr>
          <a:lstStyle>
            <a:lvl1pPr>
              <a:lnSpc>
                <a:spcPct val="100000"/>
              </a:lnSpc>
              <a:defRPr sz="1600" b="1">
                <a:solidFill>
                  <a:schemeClr val="bg1"/>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233336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with Image One Third Alt">
    <p:bg>
      <p:bgPr>
        <a:solidFill>
          <a:schemeClr val="accent1"/>
        </a:solidFill>
        <a:effectLst/>
      </p:bgPr>
    </p:bg>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68508C9E-FE7C-44AA-84C7-0471A04346C4}"/>
              </a:ext>
            </a:extLst>
          </p:cNvPr>
          <p:cNvSpPr>
            <a:spLocks noGrp="1"/>
          </p:cNvSpPr>
          <p:nvPr>
            <p:ph type="ftr" sz="quarter" idx="20"/>
          </p:nvPr>
        </p:nvSpPr>
        <p:spPr bwMode="white"/>
        <p:txBody>
          <a:bodyPr/>
          <a:lstStyle>
            <a:lvl1pPr>
              <a:defRPr>
                <a:solidFill>
                  <a:schemeClr val="bg1"/>
                </a:solidFill>
              </a:defRPr>
            </a:lvl1pPr>
          </a:lstStyle>
          <a:p>
            <a:endParaRPr lang="en-AU" dirty="0"/>
          </a:p>
        </p:txBody>
      </p:sp>
      <p:sp>
        <p:nvSpPr>
          <p:cNvPr id="8" name="Slide Number Placeholder 7">
            <a:extLst>
              <a:ext uri="{FF2B5EF4-FFF2-40B4-BE49-F238E27FC236}">
                <a16:creationId xmlns:a16="http://schemas.microsoft.com/office/drawing/2014/main" id="{F52737AE-AB1C-425B-82B5-B5D4E1208032}"/>
              </a:ext>
            </a:extLst>
          </p:cNvPr>
          <p:cNvSpPr>
            <a:spLocks noGrp="1"/>
          </p:cNvSpPr>
          <p:nvPr>
            <p:ph type="sldNum" sz="quarter" idx="21"/>
          </p:nvPr>
        </p:nvSpPr>
        <p:spPr/>
        <p:txBody>
          <a:bodyPr/>
          <a:lstStyle>
            <a:lvl1pPr>
              <a:defRPr>
                <a:solidFill>
                  <a:schemeClr val="bg1"/>
                </a:solidFill>
              </a:defRPr>
            </a:lvl1pPr>
          </a:lstStyle>
          <a:p>
            <a:fld id="{E917DE0E-AFB1-41FD-BC35-27DB61CA125F}" type="slidenum">
              <a:rPr lang="en-AU" smtClean="0"/>
              <a:pPr/>
              <a:t>‹#›</a:t>
            </a:fld>
            <a:endParaRPr lang="en-AU" dirty="0"/>
          </a:p>
        </p:txBody>
      </p:sp>
      <p:sp>
        <p:nvSpPr>
          <p:cNvPr id="3" name="Content Placeholder 9">
            <a:extLst>
              <a:ext uri="{FF2B5EF4-FFF2-40B4-BE49-F238E27FC236}">
                <a16:creationId xmlns:a16="http://schemas.microsoft.com/office/drawing/2014/main" id="{17195E38-7FC6-7C82-976B-914090CDBB77}"/>
              </a:ext>
            </a:extLst>
          </p:cNvPr>
          <p:cNvSpPr>
            <a:spLocks noGrp="1"/>
          </p:cNvSpPr>
          <p:nvPr>
            <p:ph sz="quarter" idx="10"/>
          </p:nvPr>
        </p:nvSpPr>
        <p:spPr>
          <a:xfrm>
            <a:off x="479424" y="2255224"/>
            <a:ext cx="7166223" cy="4126526"/>
          </a:xfrm>
          <a:prstGeom prst="rect">
            <a:avLst/>
          </a:prstGeom>
        </p:spPr>
        <p:txBody>
          <a:bodyPr vert="horz" lIns="0" tIns="0" rIns="0" bIns="0" rtlCol="0">
            <a:noAutofit/>
          </a:bodyPr>
          <a:lstStyle>
            <a:lvl1pPr>
              <a:lnSpc>
                <a:spcPct val="100000"/>
              </a:lnSpc>
              <a:spcAft>
                <a:spcPts val="1200"/>
              </a:spcAft>
              <a:defRPr lang="en-US" sz="1600" dirty="0">
                <a:solidFill>
                  <a:schemeClr val="bg1"/>
                </a:solidFill>
              </a:defRPr>
            </a:lvl1pPr>
            <a:lvl2pPr>
              <a:lnSpc>
                <a:spcPct val="100000"/>
              </a:lnSpc>
              <a:spcAft>
                <a:spcPts val="600"/>
              </a:spcAft>
              <a:defRPr lang="en-US" sz="1400" dirty="0">
                <a:solidFill>
                  <a:schemeClr val="bg1"/>
                </a:solidFill>
              </a:defRPr>
            </a:lvl2pPr>
            <a:lvl3pPr>
              <a:lnSpc>
                <a:spcPct val="100000"/>
              </a:lnSpc>
              <a:spcAft>
                <a:spcPts val="600"/>
              </a:spcAft>
              <a:defRPr lang="en-US" sz="1400" dirty="0">
                <a:solidFill>
                  <a:schemeClr val="bg1"/>
                </a:solidFill>
              </a:defRPr>
            </a:lvl3pPr>
            <a:lvl4pPr>
              <a:lnSpc>
                <a:spcPct val="100000"/>
              </a:lnSpc>
              <a:spcAft>
                <a:spcPts val="600"/>
              </a:spcAft>
              <a:defRPr lang="en-US" sz="1400" dirty="0">
                <a:solidFill>
                  <a:schemeClr val="bg1"/>
                </a:solidFill>
              </a:defRPr>
            </a:lvl4pPr>
            <a:lvl5pPr>
              <a:lnSpc>
                <a:spcPct val="100000"/>
              </a:lnSpc>
              <a:spcAft>
                <a:spcPts val="600"/>
              </a:spcAft>
              <a:defRPr lang="en-US" sz="1400" dirty="0">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itle 3">
            <a:extLst>
              <a:ext uri="{FF2B5EF4-FFF2-40B4-BE49-F238E27FC236}">
                <a16:creationId xmlns:a16="http://schemas.microsoft.com/office/drawing/2014/main" id="{C15B1274-67FF-A2FC-0D74-AEBB180ACF2C}"/>
              </a:ext>
            </a:extLst>
          </p:cNvPr>
          <p:cNvSpPr>
            <a:spLocks noGrp="1"/>
          </p:cNvSpPr>
          <p:nvPr>
            <p:ph type="title"/>
          </p:nvPr>
        </p:nvSpPr>
        <p:spPr>
          <a:xfrm>
            <a:off x="479425" y="895344"/>
            <a:ext cx="7152748" cy="469056"/>
          </a:xfrm>
        </p:spPr>
        <p:txBody>
          <a:bodyPr/>
          <a:lstStyle>
            <a:lvl1pPr>
              <a:defRPr sz="3600">
                <a:solidFill>
                  <a:schemeClr val="bg1"/>
                </a:solidFill>
              </a:defRPr>
            </a:lvl1pPr>
          </a:lstStyle>
          <a:p>
            <a:r>
              <a:rPr lang="en-GB"/>
              <a:t>Click to edit Master title style</a:t>
            </a:r>
            <a:endParaRPr lang="en-AU" dirty="0"/>
          </a:p>
        </p:txBody>
      </p:sp>
      <p:sp>
        <p:nvSpPr>
          <p:cNvPr id="5" name="Text Placeholder 5">
            <a:extLst>
              <a:ext uri="{FF2B5EF4-FFF2-40B4-BE49-F238E27FC236}">
                <a16:creationId xmlns:a16="http://schemas.microsoft.com/office/drawing/2014/main" id="{8B058D29-C047-45AA-11DE-4409C6E9A09D}"/>
              </a:ext>
            </a:extLst>
          </p:cNvPr>
          <p:cNvSpPr>
            <a:spLocks noGrp="1"/>
          </p:cNvSpPr>
          <p:nvPr>
            <p:ph type="body" sz="quarter" idx="31" hasCustomPrompt="1"/>
          </p:nvPr>
        </p:nvSpPr>
        <p:spPr>
          <a:xfrm>
            <a:off x="479425" y="1573248"/>
            <a:ext cx="7152748" cy="506132"/>
          </a:xfrm>
          <a:prstGeom prst="rect">
            <a:avLst/>
          </a:prstGeom>
        </p:spPr>
        <p:txBody>
          <a:bodyPr>
            <a:noAutofit/>
          </a:bodyPr>
          <a:lstStyle>
            <a:lvl1pPr>
              <a:lnSpc>
                <a:spcPct val="100000"/>
              </a:lnSpc>
              <a:defRPr sz="1600" b="1">
                <a:solidFill>
                  <a:schemeClr val="bg1"/>
                </a:solidFill>
              </a:defRPr>
            </a:lvl1pPr>
            <a:lvl2pPr marL="612" indent="0">
              <a:buNone/>
              <a:defRPr/>
            </a:lvl2pPr>
          </a:lstStyle>
          <a:p>
            <a:pPr lvl="0"/>
            <a:r>
              <a:rPr lang="en-US" dirty="0"/>
              <a:t>[Subtitle]</a:t>
            </a:r>
          </a:p>
        </p:txBody>
      </p:sp>
      <p:sp>
        <p:nvSpPr>
          <p:cNvPr id="24" name="Picture Placeholder 23">
            <a:extLst>
              <a:ext uri="{FF2B5EF4-FFF2-40B4-BE49-F238E27FC236}">
                <a16:creationId xmlns:a16="http://schemas.microsoft.com/office/drawing/2014/main" id="{AF4C80DA-14CA-F090-B26A-86FCAC7C3DAD}"/>
              </a:ext>
            </a:extLst>
          </p:cNvPr>
          <p:cNvSpPr>
            <a:spLocks noGrp="1"/>
          </p:cNvSpPr>
          <p:nvPr>
            <p:ph type="pic" sz="quarter" idx="34"/>
          </p:nvPr>
        </p:nvSpPr>
        <p:spPr>
          <a:xfrm>
            <a:off x="7967662" y="0"/>
            <a:ext cx="4224338" cy="6381750"/>
          </a:xfrm>
          <a:custGeom>
            <a:avLst/>
            <a:gdLst>
              <a:gd name="csX0" fmla="*/ 0 w 4224338"/>
              <a:gd name="csY0" fmla="*/ 0 h 6381750"/>
              <a:gd name="csX1" fmla="*/ 4224338 w 4224338"/>
              <a:gd name="csY1" fmla="*/ 0 h 6381750"/>
              <a:gd name="csX2" fmla="*/ 4224338 w 4224338"/>
              <a:gd name="csY2" fmla="*/ 6381750 h 6381750"/>
              <a:gd name="csX3" fmla="*/ 1475312 w 4224338"/>
              <a:gd name="csY3" fmla="*/ 6381750 h 6381750"/>
              <a:gd name="csX4" fmla="*/ 0 w 4224338"/>
              <a:gd name="csY4" fmla="*/ 4906438 h 6381750"/>
            </a:gdLst>
            <a:ahLst/>
            <a:cxnLst>
              <a:cxn ang="0">
                <a:pos x="csX0" y="csY0"/>
              </a:cxn>
              <a:cxn ang="0">
                <a:pos x="csX1" y="csY1"/>
              </a:cxn>
              <a:cxn ang="0">
                <a:pos x="csX2" y="csY2"/>
              </a:cxn>
              <a:cxn ang="0">
                <a:pos x="csX3" y="csY3"/>
              </a:cxn>
              <a:cxn ang="0">
                <a:pos x="csX4" y="csY4"/>
              </a:cxn>
            </a:cxnLst>
            <a:rect l="l" t="t" r="r" b="b"/>
            <a:pathLst>
              <a:path w="4224338" h="6381750">
                <a:moveTo>
                  <a:pt x="0" y="0"/>
                </a:moveTo>
                <a:lnTo>
                  <a:pt x="4224338" y="0"/>
                </a:lnTo>
                <a:lnTo>
                  <a:pt x="4224338" y="6381750"/>
                </a:lnTo>
                <a:lnTo>
                  <a:pt x="1475312" y="6381750"/>
                </a:lnTo>
                <a:cubicBezTo>
                  <a:pt x="660520" y="6381750"/>
                  <a:pt x="0" y="5721230"/>
                  <a:pt x="0" y="4906438"/>
                </a:cubicBezTo>
                <a:close/>
              </a:path>
            </a:pathLst>
          </a:custGeom>
          <a:solidFill>
            <a:schemeClr val="bg2"/>
          </a:solidFill>
        </p:spPr>
        <p:txBody>
          <a:bodyPr wrap="square">
            <a:noAutofit/>
          </a:bodyPr>
          <a:lstStyle/>
          <a:p>
            <a:r>
              <a:rPr lang="en-GB"/>
              <a:t>Click icon to add picture</a:t>
            </a:r>
            <a:endParaRPr lang="en-US"/>
          </a:p>
        </p:txBody>
      </p:sp>
    </p:spTree>
    <p:extLst>
      <p:ext uri="{BB962C8B-B14F-4D97-AF65-F5344CB8AC3E}">
        <p14:creationId xmlns:p14="http://schemas.microsoft.com/office/powerpoint/2010/main" val="2777427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with 4 Images">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CB39BD51-2E8D-4FDD-8EEB-A7A9070EDD67}"/>
              </a:ext>
            </a:extLst>
          </p:cNvPr>
          <p:cNvSpPr>
            <a:spLocks noGrp="1"/>
          </p:cNvSpPr>
          <p:nvPr>
            <p:ph type="pic" sz="quarter" idx="12" hasCustomPrompt="1"/>
          </p:nvPr>
        </p:nvSpPr>
        <p:spPr>
          <a:xfrm>
            <a:off x="4407049" y="-1"/>
            <a:ext cx="3888000" cy="3425856"/>
          </a:xfrm>
          <a:prstGeom prst="rect">
            <a:avLst/>
          </a:prstGeom>
          <a:solidFill>
            <a:schemeClr val="bg2"/>
          </a:solidFill>
        </p:spPr>
        <p:txBody>
          <a:bodyPr anchor="ctr"/>
          <a:lstStyle>
            <a:lvl1pPr algn="ctr">
              <a:defRPr sz="1200"/>
            </a:lvl1pPr>
          </a:lstStyle>
          <a:p>
            <a:r>
              <a:rPr lang="en-AU" dirty="0"/>
              <a:t> Click icon to insert picture</a:t>
            </a:r>
          </a:p>
          <a:p>
            <a:endParaRPr lang="en-AU" dirty="0"/>
          </a:p>
        </p:txBody>
      </p:sp>
      <p:sp>
        <p:nvSpPr>
          <p:cNvPr id="9" name="Picture Placeholder 9">
            <a:extLst>
              <a:ext uri="{FF2B5EF4-FFF2-40B4-BE49-F238E27FC236}">
                <a16:creationId xmlns:a16="http://schemas.microsoft.com/office/drawing/2014/main" id="{86B950FF-5CC1-4A3A-ABA9-ADF58494DD0A}"/>
              </a:ext>
            </a:extLst>
          </p:cNvPr>
          <p:cNvSpPr>
            <a:spLocks noGrp="1"/>
          </p:cNvSpPr>
          <p:nvPr>
            <p:ph type="pic" sz="quarter" idx="16" hasCustomPrompt="1"/>
          </p:nvPr>
        </p:nvSpPr>
        <p:spPr>
          <a:xfrm>
            <a:off x="4407049" y="3432144"/>
            <a:ext cx="3888000" cy="3425856"/>
          </a:xfrm>
          <a:prstGeom prst="rect">
            <a:avLst/>
          </a:prstGeom>
          <a:solidFill>
            <a:schemeClr val="bg2"/>
          </a:solidFill>
        </p:spPr>
        <p:txBody>
          <a:bodyPr anchor="ctr"/>
          <a:lstStyle>
            <a:lvl1pPr algn="ctr">
              <a:defRPr sz="1200"/>
            </a:lvl1pPr>
          </a:lstStyle>
          <a:p>
            <a:r>
              <a:rPr lang="en-AU" dirty="0"/>
              <a:t> Click icon to insert picture</a:t>
            </a:r>
          </a:p>
          <a:p>
            <a:endParaRPr lang="en-AU" dirty="0"/>
          </a:p>
        </p:txBody>
      </p:sp>
      <p:sp>
        <p:nvSpPr>
          <p:cNvPr id="11" name="Picture Placeholder 9">
            <a:extLst>
              <a:ext uri="{FF2B5EF4-FFF2-40B4-BE49-F238E27FC236}">
                <a16:creationId xmlns:a16="http://schemas.microsoft.com/office/drawing/2014/main" id="{BA2B0415-0383-4B33-9E29-9ADFC2A05427}"/>
              </a:ext>
            </a:extLst>
          </p:cNvPr>
          <p:cNvSpPr>
            <a:spLocks noGrp="1"/>
          </p:cNvSpPr>
          <p:nvPr>
            <p:ph type="pic" sz="quarter" idx="17" hasCustomPrompt="1"/>
          </p:nvPr>
        </p:nvSpPr>
        <p:spPr>
          <a:xfrm>
            <a:off x="8293490" y="-1"/>
            <a:ext cx="3924000" cy="3425856"/>
          </a:xfrm>
          <a:prstGeom prst="rect">
            <a:avLst/>
          </a:prstGeom>
          <a:solidFill>
            <a:schemeClr val="bg2"/>
          </a:solidFill>
        </p:spPr>
        <p:txBody>
          <a:bodyPr anchor="ctr"/>
          <a:lstStyle>
            <a:lvl1pPr algn="ctr">
              <a:defRPr sz="1200"/>
            </a:lvl1pPr>
          </a:lstStyle>
          <a:p>
            <a:r>
              <a:rPr lang="en-AU" dirty="0"/>
              <a:t> Click icon to insert picture</a:t>
            </a:r>
          </a:p>
          <a:p>
            <a:endParaRPr lang="en-AU" dirty="0"/>
          </a:p>
        </p:txBody>
      </p:sp>
      <p:sp>
        <p:nvSpPr>
          <p:cNvPr id="13" name="Picture Placeholder 9">
            <a:extLst>
              <a:ext uri="{FF2B5EF4-FFF2-40B4-BE49-F238E27FC236}">
                <a16:creationId xmlns:a16="http://schemas.microsoft.com/office/drawing/2014/main" id="{4966C236-904D-498D-801E-8C4057C0A034}"/>
              </a:ext>
            </a:extLst>
          </p:cNvPr>
          <p:cNvSpPr>
            <a:spLocks noGrp="1"/>
          </p:cNvSpPr>
          <p:nvPr>
            <p:ph type="pic" sz="quarter" idx="18" hasCustomPrompt="1"/>
          </p:nvPr>
        </p:nvSpPr>
        <p:spPr>
          <a:xfrm>
            <a:off x="8293490" y="3432144"/>
            <a:ext cx="3924000" cy="3425856"/>
          </a:xfrm>
          <a:prstGeom prst="rect">
            <a:avLst/>
          </a:prstGeom>
          <a:solidFill>
            <a:schemeClr val="bg2"/>
          </a:solidFill>
        </p:spPr>
        <p:txBody>
          <a:bodyPr anchor="ctr"/>
          <a:lstStyle>
            <a:lvl1pPr algn="ctr">
              <a:defRPr sz="1200"/>
            </a:lvl1pPr>
          </a:lstStyle>
          <a:p>
            <a:r>
              <a:rPr lang="en-AU" dirty="0"/>
              <a:t> Click icon to insert picture</a:t>
            </a:r>
          </a:p>
          <a:p>
            <a:endParaRPr lang="en-AU" dirty="0"/>
          </a:p>
        </p:txBody>
      </p:sp>
      <p:sp>
        <p:nvSpPr>
          <p:cNvPr id="7" name="Footer Placeholder 6">
            <a:extLst>
              <a:ext uri="{FF2B5EF4-FFF2-40B4-BE49-F238E27FC236}">
                <a16:creationId xmlns:a16="http://schemas.microsoft.com/office/drawing/2014/main" id="{AF4FF51F-8DC8-4E19-BB72-27E7B862578F}"/>
              </a:ext>
            </a:extLst>
          </p:cNvPr>
          <p:cNvSpPr>
            <a:spLocks noGrp="1"/>
          </p:cNvSpPr>
          <p:nvPr>
            <p:ph type="ftr" sz="quarter" idx="20"/>
          </p:nvPr>
        </p:nvSpPr>
        <p:spPr/>
        <p:txBody>
          <a:bodyPr/>
          <a:lstStyle/>
          <a:p>
            <a:endParaRPr lang="en-AU" dirty="0"/>
          </a:p>
        </p:txBody>
      </p:sp>
      <p:sp>
        <p:nvSpPr>
          <p:cNvPr id="4" name="Title 3">
            <a:extLst>
              <a:ext uri="{FF2B5EF4-FFF2-40B4-BE49-F238E27FC236}">
                <a16:creationId xmlns:a16="http://schemas.microsoft.com/office/drawing/2014/main" id="{A4BF4B32-3145-473F-ACA2-E9AC7D19BD3C}"/>
              </a:ext>
            </a:extLst>
          </p:cNvPr>
          <p:cNvSpPr>
            <a:spLocks noGrp="1"/>
          </p:cNvSpPr>
          <p:nvPr>
            <p:ph type="title" hasCustomPrompt="1"/>
          </p:nvPr>
        </p:nvSpPr>
        <p:spPr>
          <a:xfrm>
            <a:off x="479424" y="893308"/>
            <a:ext cx="3419087" cy="469056"/>
          </a:xfrm>
        </p:spPr>
        <p:txBody>
          <a:bodyPr/>
          <a:lstStyle>
            <a:lvl1pPr>
              <a:defRPr sz="3600"/>
            </a:lvl1pPr>
          </a:lstStyle>
          <a:p>
            <a:r>
              <a:rPr lang="en-US" dirty="0"/>
              <a:t>Title style</a:t>
            </a:r>
            <a:endParaRPr lang="en-AU" dirty="0"/>
          </a:p>
        </p:txBody>
      </p:sp>
      <p:sp>
        <p:nvSpPr>
          <p:cNvPr id="3" name="Content Placeholder 9">
            <a:extLst>
              <a:ext uri="{FF2B5EF4-FFF2-40B4-BE49-F238E27FC236}">
                <a16:creationId xmlns:a16="http://schemas.microsoft.com/office/drawing/2014/main" id="{919CBD8E-3770-7829-B81C-887EC570AA59}"/>
              </a:ext>
            </a:extLst>
          </p:cNvPr>
          <p:cNvSpPr>
            <a:spLocks noGrp="1"/>
          </p:cNvSpPr>
          <p:nvPr>
            <p:ph sz="quarter" idx="10"/>
          </p:nvPr>
        </p:nvSpPr>
        <p:spPr>
          <a:xfrm>
            <a:off x="479424" y="2255224"/>
            <a:ext cx="3419087" cy="4126526"/>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Text Placeholder 5">
            <a:extLst>
              <a:ext uri="{FF2B5EF4-FFF2-40B4-BE49-F238E27FC236}">
                <a16:creationId xmlns:a16="http://schemas.microsoft.com/office/drawing/2014/main" id="{A52F3770-19C5-C250-0939-BF474B72D8D0}"/>
              </a:ext>
            </a:extLst>
          </p:cNvPr>
          <p:cNvSpPr>
            <a:spLocks noGrp="1"/>
          </p:cNvSpPr>
          <p:nvPr>
            <p:ph type="body" sz="quarter" idx="32" hasCustomPrompt="1"/>
          </p:nvPr>
        </p:nvSpPr>
        <p:spPr>
          <a:xfrm>
            <a:off x="479424" y="1573248"/>
            <a:ext cx="3419087" cy="506132"/>
          </a:xfrm>
          <a:prstGeom prst="rect">
            <a:avLst/>
          </a:prstGeom>
        </p:spPr>
        <p:txBody>
          <a:bodyPr>
            <a:noAutofit/>
          </a:bodyPr>
          <a:lstStyle>
            <a:lvl1pPr>
              <a:lnSpc>
                <a:spcPct val="100000"/>
              </a:lnSpc>
              <a:defRPr sz="1600" b="1">
                <a:solidFill>
                  <a:schemeClr val="tx2"/>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2373846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hree Column Text &amp; Images">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B44D1A49-1FEC-4FD2-B560-402C9B2E281A}"/>
              </a:ext>
            </a:extLst>
          </p:cNvPr>
          <p:cNvSpPr>
            <a:spLocks noGrp="1"/>
          </p:cNvSpPr>
          <p:nvPr>
            <p:ph type="pic" sz="quarter" idx="14" hasCustomPrompt="1"/>
          </p:nvPr>
        </p:nvSpPr>
        <p:spPr>
          <a:xfrm>
            <a:off x="485949" y="3862812"/>
            <a:ext cx="3587751" cy="2518938"/>
          </a:xfrm>
          <a:prstGeom prst="rect">
            <a:avLst/>
          </a:prstGeom>
          <a:solidFill>
            <a:schemeClr val="bg2"/>
          </a:solidFill>
        </p:spPr>
        <p:txBody>
          <a:bodyPr anchor="ctr"/>
          <a:lstStyle>
            <a:lvl1pPr algn="ctr">
              <a:defRPr sz="1200"/>
            </a:lvl1pPr>
          </a:lstStyle>
          <a:p>
            <a:r>
              <a:rPr lang="en-AU" dirty="0"/>
              <a:t>Click icon to insert picture</a:t>
            </a:r>
          </a:p>
          <a:p>
            <a:endParaRPr lang="en-AU" dirty="0"/>
          </a:p>
        </p:txBody>
      </p:sp>
      <p:sp>
        <p:nvSpPr>
          <p:cNvPr id="11" name="Picture Placeholder 8">
            <a:extLst>
              <a:ext uri="{FF2B5EF4-FFF2-40B4-BE49-F238E27FC236}">
                <a16:creationId xmlns:a16="http://schemas.microsoft.com/office/drawing/2014/main" id="{C59B66CF-A807-44F1-A681-793122F8A033}"/>
              </a:ext>
            </a:extLst>
          </p:cNvPr>
          <p:cNvSpPr>
            <a:spLocks noGrp="1"/>
          </p:cNvSpPr>
          <p:nvPr>
            <p:ph type="pic" sz="quarter" idx="16" hasCustomPrompt="1"/>
          </p:nvPr>
        </p:nvSpPr>
        <p:spPr>
          <a:xfrm>
            <a:off x="4384431" y="3862812"/>
            <a:ext cx="3485678" cy="2518938"/>
          </a:xfrm>
          <a:prstGeom prst="rect">
            <a:avLst/>
          </a:prstGeom>
          <a:solidFill>
            <a:schemeClr val="bg2"/>
          </a:solidFill>
        </p:spPr>
        <p:txBody>
          <a:bodyPr anchor="ctr"/>
          <a:lstStyle>
            <a:lvl1pPr algn="ctr">
              <a:defRPr sz="1200"/>
            </a:lvl1pPr>
          </a:lstStyle>
          <a:p>
            <a:r>
              <a:rPr lang="en-AU" dirty="0"/>
              <a:t>Click icon to insert picture</a:t>
            </a:r>
          </a:p>
          <a:p>
            <a:endParaRPr lang="en-AU" dirty="0"/>
          </a:p>
        </p:txBody>
      </p:sp>
      <p:sp>
        <p:nvSpPr>
          <p:cNvPr id="13" name="Picture Placeholder 8">
            <a:extLst>
              <a:ext uri="{FF2B5EF4-FFF2-40B4-BE49-F238E27FC236}">
                <a16:creationId xmlns:a16="http://schemas.microsoft.com/office/drawing/2014/main" id="{6B4B4A83-90AC-42EA-83C2-FA8462468851}"/>
              </a:ext>
            </a:extLst>
          </p:cNvPr>
          <p:cNvSpPr>
            <a:spLocks noGrp="1"/>
          </p:cNvSpPr>
          <p:nvPr>
            <p:ph type="pic" sz="quarter" idx="18" hasCustomPrompt="1"/>
          </p:nvPr>
        </p:nvSpPr>
        <p:spPr>
          <a:xfrm>
            <a:off x="8118302" y="3862065"/>
            <a:ext cx="3594272" cy="2518938"/>
          </a:xfrm>
          <a:prstGeom prst="rect">
            <a:avLst/>
          </a:prstGeom>
          <a:solidFill>
            <a:schemeClr val="bg2"/>
          </a:solidFill>
        </p:spPr>
        <p:txBody>
          <a:bodyPr anchor="ctr"/>
          <a:lstStyle>
            <a:lvl1pPr algn="ctr">
              <a:defRPr sz="1200"/>
            </a:lvl1pPr>
          </a:lstStyle>
          <a:p>
            <a:r>
              <a:rPr lang="en-AU" dirty="0"/>
              <a:t>Click icon to insert picture</a:t>
            </a:r>
          </a:p>
          <a:p>
            <a:endParaRPr lang="en-AU" dirty="0"/>
          </a:p>
        </p:txBody>
      </p:sp>
      <p:sp>
        <p:nvSpPr>
          <p:cNvPr id="7" name="Footer Placeholder 6">
            <a:extLst>
              <a:ext uri="{FF2B5EF4-FFF2-40B4-BE49-F238E27FC236}">
                <a16:creationId xmlns:a16="http://schemas.microsoft.com/office/drawing/2014/main" id="{B91E1143-CBAC-4E3D-95E2-1F1E3980ADDC}"/>
              </a:ext>
            </a:extLst>
          </p:cNvPr>
          <p:cNvSpPr>
            <a:spLocks noGrp="1"/>
          </p:cNvSpPr>
          <p:nvPr>
            <p:ph type="ftr" sz="quarter" idx="23"/>
          </p:nvPr>
        </p:nvSpPr>
        <p:spPr/>
        <p:txBody>
          <a:bodyPr/>
          <a:lstStyle/>
          <a:p>
            <a:endParaRPr lang="en-AU" dirty="0"/>
          </a:p>
        </p:txBody>
      </p:sp>
      <p:sp>
        <p:nvSpPr>
          <p:cNvPr id="8" name="Slide Number Placeholder 7">
            <a:extLst>
              <a:ext uri="{FF2B5EF4-FFF2-40B4-BE49-F238E27FC236}">
                <a16:creationId xmlns:a16="http://schemas.microsoft.com/office/drawing/2014/main" id="{24035F6F-B1C5-4CB7-9CF1-E5C49956EAC7}"/>
              </a:ext>
            </a:extLst>
          </p:cNvPr>
          <p:cNvSpPr>
            <a:spLocks noGrp="1"/>
          </p:cNvSpPr>
          <p:nvPr>
            <p:ph type="sldNum" sz="quarter" idx="24"/>
          </p:nvPr>
        </p:nvSpPr>
        <p:spPr/>
        <p:txBody>
          <a:bodyPr/>
          <a:lstStyle/>
          <a:p>
            <a:fld id="{E917DE0E-AFB1-41FD-BC35-27DB61CA125F}" type="slidenum">
              <a:rPr lang="en-AU" smtClean="0"/>
              <a:pPr/>
              <a:t>‹#›</a:t>
            </a:fld>
            <a:endParaRPr lang="en-AU" dirty="0"/>
          </a:p>
        </p:txBody>
      </p:sp>
      <p:sp>
        <p:nvSpPr>
          <p:cNvPr id="3" name="Title 3">
            <a:extLst>
              <a:ext uri="{FF2B5EF4-FFF2-40B4-BE49-F238E27FC236}">
                <a16:creationId xmlns:a16="http://schemas.microsoft.com/office/drawing/2014/main" id="{09EFA8B0-6F1D-3FA5-D5DE-A78BF8759503}"/>
              </a:ext>
            </a:extLst>
          </p:cNvPr>
          <p:cNvSpPr>
            <a:spLocks noGrp="1"/>
          </p:cNvSpPr>
          <p:nvPr>
            <p:ph type="title"/>
          </p:nvPr>
        </p:nvSpPr>
        <p:spPr>
          <a:xfrm>
            <a:off x="479424" y="895344"/>
            <a:ext cx="8928943" cy="469056"/>
          </a:xfrm>
        </p:spPr>
        <p:txBody>
          <a:bodyPr/>
          <a:lstStyle>
            <a:lvl1pPr>
              <a:defRPr sz="3600"/>
            </a:lvl1pPr>
          </a:lstStyle>
          <a:p>
            <a:r>
              <a:rPr lang="en-GB"/>
              <a:t>Click to edit Master title style</a:t>
            </a:r>
            <a:endParaRPr lang="en-AU" dirty="0"/>
          </a:p>
        </p:txBody>
      </p:sp>
      <p:sp>
        <p:nvSpPr>
          <p:cNvPr id="4" name="Text Placeholder 5">
            <a:extLst>
              <a:ext uri="{FF2B5EF4-FFF2-40B4-BE49-F238E27FC236}">
                <a16:creationId xmlns:a16="http://schemas.microsoft.com/office/drawing/2014/main" id="{A272CD57-BDE9-E3AF-4B63-2D4ED2B9B855}"/>
              </a:ext>
            </a:extLst>
          </p:cNvPr>
          <p:cNvSpPr>
            <a:spLocks noGrp="1"/>
          </p:cNvSpPr>
          <p:nvPr>
            <p:ph type="body" sz="quarter" idx="53" hasCustomPrompt="1"/>
          </p:nvPr>
        </p:nvSpPr>
        <p:spPr>
          <a:xfrm>
            <a:off x="479424" y="1573248"/>
            <a:ext cx="8928943" cy="506132"/>
          </a:xfrm>
          <a:prstGeom prst="rect">
            <a:avLst/>
          </a:prstGeom>
        </p:spPr>
        <p:txBody>
          <a:bodyPr>
            <a:noAutofit/>
          </a:bodyPr>
          <a:lstStyle>
            <a:lvl1pPr>
              <a:lnSpc>
                <a:spcPct val="100000"/>
              </a:lnSpc>
              <a:defRPr sz="1600" b="1">
                <a:solidFill>
                  <a:schemeClr val="tx2"/>
                </a:solidFill>
              </a:defRPr>
            </a:lvl1pPr>
            <a:lvl2pPr marL="612" indent="0">
              <a:buNone/>
              <a:defRPr/>
            </a:lvl2pPr>
          </a:lstStyle>
          <a:p>
            <a:pPr lvl="0"/>
            <a:r>
              <a:rPr lang="en-US" dirty="0"/>
              <a:t>[Subtitle]</a:t>
            </a:r>
          </a:p>
        </p:txBody>
      </p:sp>
      <p:sp>
        <p:nvSpPr>
          <p:cNvPr id="5" name="Content Placeholder 9">
            <a:extLst>
              <a:ext uri="{FF2B5EF4-FFF2-40B4-BE49-F238E27FC236}">
                <a16:creationId xmlns:a16="http://schemas.microsoft.com/office/drawing/2014/main" id="{35EAB24A-D8DA-1396-1E18-B18BBCBFDE55}"/>
              </a:ext>
            </a:extLst>
          </p:cNvPr>
          <p:cNvSpPr>
            <a:spLocks noGrp="1"/>
          </p:cNvSpPr>
          <p:nvPr>
            <p:ph sz="quarter" idx="10"/>
          </p:nvPr>
        </p:nvSpPr>
        <p:spPr>
          <a:xfrm>
            <a:off x="479424" y="2255224"/>
            <a:ext cx="3587751" cy="1317792"/>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0" name="Content Placeholder 9">
            <a:extLst>
              <a:ext uri="{FF2B5EF4-FFF2-40B4-BE49-F238E27FC236}">
                <a16:creationId xmlns:a16="http://schemas.microsoft.com/office/drawing/2014/main" id="{01007295-B63F-1B35-3794-AF5DE83FCA49}"/>
              </a:ext>
            </a:extLst>
          </p:cNvPr>
          <p:cNvSpPr>
            <a:spLocks noGrp="1"/>
          </p:cNvSpPr>
          <p:nvPr>
            <p:ph sz="quarter" idx="34"/>
          </p:nvPr>
        </p:nvSpPr>
        <p:spPr>
          <a:xfrm>
            <a:off x="8124823" y="2255224"/>
            <a:ext cx="3587751" cy="1317792"/>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2" name="Content Placeholder 9">
            <a:extLst>
              <a:ext uri="{FF2B5EF4-FFF2-40B4-BE49-F238E27FC236}">
                <a16:creationId xmlns:a16="http://schemas.microsoft.com/office/drawing/2014/main" id="{C8E6D614-DBC8-6713-90B3-CFDB14071850}"/>
              </a:ext>
            </a:extLst>
          </p:cNvPr>
          <p:cNvSpPr>
            <a:spLocks noGrp="1"/>
          </p:cNvSpPr>
          <p:nvPr>
            <p:ph sz="quarter" idx="35"/>
          </p:nvPr>
        </p:nvSpPr>
        <p:spPr>
          <a:xfrm>
            <a:off x="4384431" y="2255224"/>
            <a:ext cx="3485678" cy="1317792"/>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1602555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Icons &amp; Text">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91089730-A73F-422F-BD54-BF23888B1D53}"/>
              </a:ext>
            </a:extLst>
          </p:cNvPr>
          <p:cNvSpPr>
            <a:spLocks noGrp="1"/>
          </p:cNvSpPr>
          <p:nvPr>
            <p:ph type="body" sz="quarter" idx="19" hasCustomPrompt="1"/>
          </p:nvPr>
        </p:nvSpPr>
        <p:spPr>
          <a:xfrm>
            <a:off x="719669" y="3271415"/>
            <a:ext cx="3384000" cy="240219"/>
          </a:xfrm>
          <a:prstGeom prst="rect">
            <a:avLst/>
          </a:prstGeom>
        </p:spPr>
        <p:txBody>
          <a:bodyPr/>
          <a:lstStyle>
            <a:lvl1pPr algn="ctr">
              <a:lnSpc>
                <a:spcPct val="100000"/>
              </a:lnSpc>
              <a:defRPr lang="en-US" sz="14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18" name="Text Placeholder 14">
            <a:extLst>
              <a:ext uri="{FF2B5EF4-FFF2-40B4-BE49-F238E27FC236}">
                <a16:creationId xmlns:a16="http://schemas.microsoft.com/office/drawing/2014/main" id="{B01E9CDC-2523-40AE-AF29-5A44EBFD8919}"/>
              </a:ext>
            </a:extLst>
          </p:cNvPr>
          <p:cNvSpPr>
            <a:spLocks noGrp="1"/>
          </p:cNvSpPr>
          <p:nvPr>
            <p:ph type="body" sz="quarter" idx="24" hasCustomPrompt="1"/>
          </p:nvPr>
        </p:nvSpPr>
        <p:spPr>
          <a:xfrm>
            <a:off x="4404000" y="3271415"/>
            <a:ext cx="3384000" cy="240219"/>
          </a:xfrm>
          <a:prstGeom prst="rect">
            <a:avLst/>
          </a:prstGeom>
        </p:spPr>
        <p:txBody>
          <a:bodyPr/>
          <a:lstStyle>
            <a:lvl1pPr algn="ctr">
              <a:lnSpc>
                <a:spcPct val="100000"/>
              </a:lnSpc>
              <a:defRPr lang="en-US" sz="14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25" name="Text Placeholder 14">
            <a:extLst>
              <a:ext uri="{FF2B5EF4-FFF2-40B4-BE49-F238E27FC236}">
                <a16:creationId xmlns:a16="http://schemas.microsoft.com/office/drawing/2014/main" id="{58449337-35B4-44F8-8D00-F0C15EFB9CE5}"/>
              </a:ext>
            </a:extLst>
          </p:cNvPr>
          <p:cNvSpPr>
            <a:spLocks noGrp="1"/>
          </p:cNvSpPr>
          <p:nvPr>
            <p:ph type="body" sz="quarter" idx="30" hasCustomPrompt="1"/>
          </p:nvPr>
        </p:nvSpPr>
        <p:spPr>
          <a:xfrm>
            <a:off x="719669" y="5418030"/>
            <a:ext cx="3384000" cy="240219"/>
          </a:xfrm>
          <a:prstGeom prst="rect">
            <a:avLst/>
          </a:prstGeom>
        </p:spPr>
        <p:txBody>
          <a:bodyPr/>
          <a:lstStyle>
            <a:lvl1pPr algn="ctr">
              <a:lnSpc>
                <a:spcPct val="100000"/>
              </a:lnSpc>
              <a:defRPr lang="en-US" sz="14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28" name="Text Placeholder 14">
            <a:extLst>
              <a:ext uri="{FF2B5EF4-FFF2-40B4-BE49-F238E27FC236}">
                <a16:creationId xmlns:a16="http://schemas.microsoft.com/office/drawing/2014/main" id="{B63A3128-4CA8-48D5-B82E-7EDA918D7F39}"/>
              </a:ext>
            </a:extLst>
          </p:cNvPr>
          <p:cNvSpPr>
            <a:spLocks noGrp="1"/>
          </p:cNvSpPr>
          <p:nvPr>
            <p:ph type="body" sz="quarter" idx="33" hasCustomPrompt="1"/>
          </p:nvPr>
        </p:nvSpPr>
        <p:spPr>
          <a:xfrm>
            <a:off x="4404000" y="5418030"/>
            <a:ext cx="3384000" cy="240219"/>
          </a:xfrm>
          <a:prstGeom prst="rect">
            <a:avLst/>
          </a:prstGeom>
        </p:spPr>
        <p:txBody>
          <a:bodyPr/>
          <a:lstStyle>
            <a:lvl1pPr algn="ctr">
              <a:lnSpc>
                <a:spcPct val="100000"/>
              </a:lnSpc>
              <a:defRPr lang="en-US" sz="14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31" name="Text Placeholder 14">
            <a:extLst>
              <a:ext uri="{FF2B5EF4-FFF2-40B4-BE49-F238E27FC236}">
                <a16:creationId xmlns:a16="http://schemas.microsoft.com/office/drawing/2014/main" id="{40CD5A08-CA4F-41B8-A1B0-488A6EC44817}"/>
              </a:ext>
            </a:extLst>
          </p:cNvPr>
          <p:cNvSpPr>
            <a:spLocks noGrp="1"/>
          </p:cNvSpPr>
          <p:nvPr>
            <p:ph type="body" sz="quarter" idx="36" hasCustomPrompt="1"/>
          </p:nvPr>
        </p:nvSpPr>
        <p:spPr>
          <a:xfrm>
            <a:off x="8091107" y="5418129"/>
            <a:ext cx="3384000" cy="240219"/>
          </a:xfrm>
          <a:prstGeom prst="rect">
            <a:avLst/>
          </a:prstGeom>
        </p:spPr>
        <p:txBody>
          <a:bodyPr/>
          <a:lstStyle>
            <a:lvl1pPr algn="ctr">
              <a:lnSpc>
                <a:spcPct val="100000"/>
              </a:lnSpc>
              <a:defRPr lang="en-US" sz="14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7" name="Footer Placeholder 6">
            <a:extLst>
              <a:ext uri="{FF2B5EF4-FFF2-40B4-BE49-F238E27FC236}">
                <a16:creationId xmlns:a16="http://schemas.microsoft.com/office/drawing/2014/main" id="{5E82035B-DC9A-432B-8519-2243ECF2A4F3}"/>
              </a:ext>
            </a:extLst>
          </p:cNvPr>
          <p:cNvSpPr>
            <a:spLocks noGrp="1"/>
          </p:cNvSpPr>
          <p:nvPr>
            <p:ph type="ftr" sz="quarter" idx="39"/>
          </p:nvPr>
        </p:nvSpPr>
        <p:spPr/>
        <p:txBody>
          <a:bodyPr/>
          <a:lstStyle/>
          <a:p>
            <a:endParaRPr lang="en-AU" dirty="0"/>
          </a:p>
        </p:txBody>
      </p:sp>
      <p:sp>
        <p:nvSpPr>
          <p:cNvPr id="8" name="Slide Number Placeholder 7">
            <a:extLst>
              <a:ext uri="{FF2B5EF4-FFF2-40B4-BE49-F238E27FC236}">
                <a16:creationId xmlns:a16="http://schemas.microsoft.com/office/drawing/2014/main" id="{A8EC4C1B-640F-47AB-A0DF-816F2F8FB16E}"/>
              </a:ext>
            </a:extLst>
          </p:cNvPr>
          <p:cNvSpPr>
            <a:spLocks noGrp="1"/>
          </p:cNvSpPr>
          <p:nvPr>
            <p:ph type="sldNum" sz="quarter" idx="40"/>
          </p:nvPr>
        </p:nvSpPr>
        <p:spPr/>
        <p:txBody>
          <a:bodyPr/>
          <a:lstStyle/>
          <a:p>
            <a:fld id="{E917DE0E-AFB1-41FD-BC35-27DB61CA125F}" type="slidenum">
              <a:rPr lang="en-AU" smtClean="0"/>
              <a:pPr/>
              <a:t>‹#›</a:t>
            </a:fld>
            <a:endParaRPr lang="en-AU" dirty="0"/>
          </a:p>
        </p:txBody>
      </p:sp>
      <p:sp>
        <p:nvSpPr>
          <p:cNvPr id="3" name="Content Placeholder 2">
            <a:extLst>
              <a:ext uri="{FF2B5EF4-FFF2-40B4-BE49-F238E27FC236}">
                <a16:creationId xmlns:a16="http://schemas.microsoft.com/office/drawing/2014/main" id="{B91D2368-D448-4F04-824D-4A3EF656D5ED}"/>
              </a:ext>
            </a:extLst>
          </p:cNvPr>
          <p:cNvSpPr>
            <a:spLocks noGrp="1"/>
          </p:cNvSpPr>
          <p:nvPr>
            <p:ph sz="quarter" idx="41" hasCustomPrompt="1"/>
          </p:nvPr>
        </p:nvSpPr>
        <p:spPr>
          <a:xfrm>
            <a:off x="1944150" y="2321516"/>
            <a:ext cx="935038" cy="935038"/>
          </a:xfrm>
          <a:prstGeom prst="rect">
            <a:avLst/>
          </a:prstGeom>
        </p:spPr>
        <p:txBody>
          <a:bodyPr>
            <a:normAutofit/>
          </a:bodyPr>
          <a:lstStyle>
            <a:lvl1pPr algn="ctr">
              <a:defRPr sz="1000"/>
            </a:lvl1pPr>
          </a:lstStyle>
          <a:p>
            <a:pPr lvl="0"/>
            <a:r>
              <a:rPr lang="en-US" dirty="0"/>
              <a:t>Click icon to insert icon</a:t>
            </a:r>
          </a:p>
          <a:p>
            <a:pPr lvl="0"/>
            <a:endParaRPr lang="en-US" dirty="0"/>
          </a:p>
        </p:txBody>
      </p:sp>
      <p:sp>
        <p:nvSpPr>
          <p:cNvPr id="37" name="Content Placeholder 2">
            <a:extLst>
              <a:ext uri="{FF2B5EF4-FFF2-40B4-BE49-F238E27FC236}">
                <a16:creationId xmlns:a16="http://schemas.microsoft.com/office/drawing/2014/main" id="{A9649456-8637-4360-BBD3-85C56C7B2274}"/>
              </a:ext>
            </a:extLst>
          </p:cNvPr>
          <p:cNvSpPr>
            <a:spLocks noGrp="1"/>
          </p:cNvSpPr>
          <p:nvPr>
            <p:ph sz="quarter" idx="42" hasCustomPrompt="1"/>
          </p:nvPr>
        </p:nvSpPr>
        <p:spPr>
          <a:xfrm>
            <a:off x="5628481" y="2321516"/>
            <a:ext cx="935038" cy="935038"/>
          </a:xfrm>
          <a:prstGeom prst="rect">
            <a:avLst/>
          </a:prstGeom>
        </p:spPr>
        <p:txBody>
          <a:bodyPr>
            <a:normAutofit/>
          </a:bodyPr>
          <a:lstStyle>
            <a:lvl1pPr algn="ctr">
              <a:defRPr sz="1000"/>
            </a:lvl1pPr>
          </a:lstStyle>
          <a:p>
            <a:pPr lvl="0"/>
            <a:r>
              <a:rPr lang="en-US" dirty="0"/>
              <a:t>Click icon to insert icon</a:t>
            </a:r>
          </a:p>
          <a:p>
            <a:pPr lvl="0"/>
            <a:endParaRPr lang="en-US" dirty="0"/>
          </a:p>
        </p:txBody>
      </p:sp>
      <p:sp>
        <p:nvSpPr>
          <p:cNvPr id="38" name="Text Placeholder 14">
            <a:extLst>
              <a:ext uri="{FF2B5EF4-FFF2-40B4-BE49-F238E27FC236}">
                <a16:creationId xmlns:a16="http://schemas.microsoft.com/office/drawing/2014/main" id="{ABC2BBD3-CE16-4D42-BE52-82E0EEDC9726}"/>
              </a:ext>
            </a:extLst>
          </p:cNvPr>
          <p:cNvSpPr>
            <a:spLocks noGrp="1"/>
          </p:cNvSpPr>
          <p:nvPr>
            <p:ph type="body" sz="quarter" idx="43" hasCustomPrompt="1"/>
          </p:nvPr>
        </p:nvSpPr>
        <p:spPr>
          <a:xfrm>
            <a:off x="8091107" y="3271415"/>
            <a:ext cx="3384000" cy="240219"/>
          </a:xfrm>
          <a:prstGeom prst="rect">
            <a:avLst/>
          </a:prstGeom>
        </p:spPr>
        <p:txBody>
          <a:bodyPr/>
          <a:lstStyle>
            <a:lvl1pPr algn="ctr">
              <a:lnSpc>
                <a:spcPct val="100000"/>
              </a:lnSpc>
              <a:defRPr lang="en-US" sz="14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39" name="Content Placeholder 2">
            <a:extLst>
              <a:ext uri="{FF2B5EF4-FFF2-40B4-BE49-F238E27FC236}">
                <a16:creationId xmlns:a16="http://schemas.microsoft.com/office/drawing/2014/main" id="{C5A7B488-C2A3-4A1D-9325-F1CD7F4FEF8D}"/>
              </a:ext>
            </a:extLst>
          </p:cNvPr>
          <p:cNvSpPr>
            <a:spLocks noGrp="1"/>
          </p:cNvSpPr>
          <p:nvPr>
            <p:ph sz="quarter" idx="44" hasCustomPrompt="1"/>
          </p:nvPr>
        </p:nvSpPr>
        <p:spPr>
          <a:xfrm>
            <a:off x="9315588" y="2321516"/>
            <a:ext cx="935038" cy="935038"/>
          </a:xfrm>
          <a:prstGeom prst="rect">
            <a:avLst/>
          </a:prstGeom>
        </p:spPr>
        <p:txBody>
          <a:bodyPr>
            <a:normAutofit/>
          </a:bodyPr>
          <a:lstStyle>
            <a:lvl1pPr algn="ctr">
              <a:defRPr sz="1000"/>
            </a:lvl1pPr>
          </a:lstStyle>
          <a:p>
            <a:pPr lvl="0"/>
            <a:r>
              <a:rPr lang="en-US" dirty="0"/>
              <a:t>Click icon to insert icon</a:t>
            </a:r>
          </a:p>
          <a:p>
            <a:pPr lvl="0"/>
            <a:endParaRPr lang="en-US" dirty="0"/>
          </a:p>
        </p:txBody>
      </p:sp>
      <p:sp>
        <p:nvSpPr>
          <p:cNvPr id="40" name="Content Placeholder 2">
            <a:extLst>
              <a:ext uri="{FF2B5EF4-FFF2-40B4-BE49-F238E27FC236}">
                <a16:creationId xmlns:a16="http://schemas.microsoft.com/office/drawing/2014/main" id="{A07AED75-9446-4235-B6D5-E94B587A90EC}"/>
              </a:ext>
            </a:extLst>
          </p:cNvPr>
          <p:cNvSpPr>
            <a:spLocks noGrp="1"/>
          </p:cNvSpPr>
          <p:nvPr>
            <p:ph sz="quarter" idx="45" hasCustomPrompt="1"/>
          </p:nvPr>
        </p:nvSpPr>
        <p:spPr>
          <a:xfrm>
            <a:off x="1944150" y="4478190"/>
            <a:ext cx="935038" cy="935038"/>
          </a:xfrm>
          <a:prstGeom prst="rect">
            <a:avLst/>
          </a:prstGeom>
        </p:spPr>
        <p:txBody>
          <a:bodyPr>
            <a:normAutofit/>
          </a:bodyPr>
          <a:lstStyle>
            <a:lvl1pPr algn="ctr">
              <a:defRPr sz="1000"/>
            </a:lvl1pPr>
          </a:lstStyle>
          <a:p>
            <a:pPr lvl="0"/>
            <a:r>
              <a:rPr lang="en-US" dirty="0"/>
              <a:t>Click icon to insert icon</a:t>
            </a:r>
          </a:p>
          <a:p>
            <a:pPr lvl="0"/>
            <a:endParaRPr lang="en-US" dirty="0"/>
          </a:p>
        </p:txBody>
      </p:sp>
      <p:sp>
        <p:nvSpPr>
          <p:cNvPr id="41" name="Content Placeholder 2">
            <a:extLst>
              <a:ext uri="{FF2B5EF4-FFF2-40B4-BE49-F238E27FC236}">
                <a16:creationId xmlns:a16="http://schemas.microsoft.com/office/drawing/2014/main" id="{154C06CF-1094-450B-B523-120305F61CF8}"/>
              </a:ext>
            </a:extLst>
          </p:cNvPr>
          <p:cNvSpPr>
            <a:spLocks noGrp="1"/>
          </p:cNvSpPr>
          <p:nvPr>
            <p:ph sz="quarter" idx="46" hasCustomPrompt="1"/>
          </p:nvPr>
        </p:nvSpPr>
        <p:spPr>
          <a:xfrm>
            <a:off x="5628481" y="4478190"/>
            <a:ext cx="935038" cy="935038"/>
          </a:xfrm>
          <a:prstGeom prst="rect">
            <a:avLst/>
          </a:prstGeom>
        </p:spPr>
        <p:txBody>
          <a:bodyPr>
            <a:normAutofit/>
          </a:bodyPr>
          <a:lstStyle>
            <a:lvl1pPr algn="ctr">
              <a:defRPr sz="1000"/>
            </a:lvl1pPr>
          </a:lstStyle>
          <a:p>
            <a:pPr lvl="0"/>
            <a:r>
              <a:rPr lang="en-US" dirty="0"/>
              <a:t>Click icon to insert icon</a:t>
            </a:r>
          </a:p>
          <a:p>
            <a:pPr lvl="0"/>
            <a:endParaRPr lang="en-US" dirty="0"/>
          </a:p>
        </p:txBody>
      </p:sp>
      <p:sp>
        <p:nvSpPr>
          <p:cNvPr id="42" name="Content Placeholder 2">
            <a:extLst>
              <a:ext uri="{FF2B5EF4-FFF2-40B4-BE49-F238E27FC236}">
                <a16:creationId xmlns:a16="http://schemas.microsoft.com/office/drawing/2014/main" id="{A79A2BE6-224B-4008-A847-524C659BA6DE}"/>
              </a:ext>
            </a:extLst>
          </p:cNvPr>
          <p:cNvSpPr>
            <a:spLocks noGrp="1"/>
          </p:cNvSpPr>
          <p:nvPr>
            <p:ph sz="quarter" idx="47" hasCustomPrompt="1"/>
          </p:nvPr>
        </p:nvSpPr>
        <p:spPr>
          <a:xfrm>
            <a:off x="9315588" y="4478190"/>
            <a:ext cx="935038" cy="935038"/>
          </a:xfrm>
          <a:prstGeom prst="rect">
            <a:avLst/>
          </a:prstGeom>
        </p:spPr>
        <p:txBody>
          <a:bodyPr>
            <a:normAutofit/>
          </a:bodyPr>
          <a:lstStyle>
            <a:lvl1pPr algn="ctr">
              <a:defRPr sz="1000"/>
            </a:lvl1pPr>
          </a:lstStyle>
          <a:p>
            <a:pPr lvl="0"/>
            <a:r>
              <a:rPr lang="en-US" dirty="0"/>
              <a:t>Click icon to insert icon</a:t>
            </a:r>
          </a:p>
          <a:p>
            <a:pPr lvl="0"/>
            <a:endParaRPr lang="en-US" dirty="0"/>
          </a:p>
        </p:txBody>
      </p:sp>
      <p:sp>
        <p:nvSpPr>
          <p:cNvPr id="50" name="Text Placeholder 49">
            <a:extLst>
              <a:ext uri="{FF2B5EF4-FFF2-40B4-BE49-F238E27FC236}">
                <a16:creationId xmlns:a16="http://schemas.microsoft.com/office/drawing/2014/main" id="{B2B5AAD5-088A-40FA-8D98-F1660EE94401}"/>
              </a:ext>
            </a:extLst>
          </p:cNvPr>
          <p:cNvSpPr>
            <a:spLocks noGrp="1"/>
          </p:cNvSpPr>
          <p:nvPr>
            <p:ph type="body" sz="quarter" idx="20"/>
          </p:nvPr>
        </p:nvSpPr>
        <p:spPr>
          <a:xfrm>
            <a:off x="719669" y="3545553"/>
            <a:ext cx="3384000" cy="648000"/>
          </a:xfrm>
          <a:custGeom>
            <a:avLst/>
            <a:gdLst>
              <a:gd name="connsiteX0" fmla="*/ 0 w 3384000"/>
              <a:gd name="connsiteY0" fmla="*/ 0 h 648000"/>
              <a:gd name="connsiteX1" fmla="*/ 3384000 w 3384000"/>
              <a:gd name="connsiteY1" fmla="*/ 0 h 648000"/>
              <a:gd name="connsiteX2" fmla="*/ 3384000 w 3384000"/>
              <a:gd name="connsiteY2" fmla="*/ 648000 h 648000"/>
              <a:gd name="connsiteX3" fmla="*/ 0 w 3384000"/>
              <a:gd name="connsiteY3" fmla="*/ 648000 h 648000"/>
            </a:gdLst>
            <a:ahLst/>
            <a:cxnLst>
              <a:cxn ang="0">
                <a:pos x="connsiteX0" y="connsiteY0"/>
              </a:cxn>
              <a:cxn ang="0">
                <a:pos x="connsiteX1" y="connsiteY1"/>
              </a:cxn>
              <a:cxn ang="0">
                <a:pos x="connsiteX2" y="connsiteY2"/>
              </a:cxn>
              <a:cxn ang="0">
                <a:pos x="connsiteX3" y="connsiteY3"/>
              </a:cxn>
            </a:cxnLst>
            <a:rect l="l" t="t" r="r" b="b"/>
            <a:pathLst>
              <a:path w="3384000" h="648000">
                <a:moveTo>
                  <a:pt x="0" y="0"/>
                </a:moveTo>
                <a:lnTo>
                  <a:pt x="3384000" y="0"/>
                </a:lnTo>
                <a:lnTo>
                  <a:pt x="3384000" y="648000"/>
                </a:lnTo>
                <a:lnTo>
                  <a:pt x="0" y="648000"/>
                </a:lnTo>
                <a:close/>
              </a:path>
            </a:pathLst>
          </a:custGeom>
        </p:spPr>
        <p:txBody>
          <a:bodyPr wrap="square">
            <a:noAutofit/>
          </a:bodyPr>
          <a:lstStyle>
            <a:lvl1pPr algn="ctr">
              <a:lnSpc>
                <a:spcPct val="100000"/>
              </a:lnSpc>
              <a:spcBef>
                <a:spcPts val="0"/>
              </a:spcBef>
              <a:spcAft>
                <a:spcPts val="0"/>
              </a:spcAft>
              <a:defRPr lang="en-US" sz="1400" b="0" dirty="0"/>
            </a:lvl1pPr>
            <a:lvl2pPr marL="171450" indent="-171450" algn="ctr">
              <a:lnSpc>
                <a:spcPct val="100000"/>
              </a:lnSpc>
              <a:spcBef>
                <a:spcPts val="0"/>
              </a:spcBef>
              <a:spcAft>
                <a:spcPts val="0"/>
              </a:spcAft>
              <a:buClr>
                <a:schemeClr val="accent1"/>
              </a:buClr>
              <a:buFont typeface="Arial" panose="020B0604020202020204" pitchFamily="34" charset="0"/>
              <a:buChar char="•"/>
              <a:defRPr lang="en-US" sz="1400" dirty="0"/>
            </a:lvl2pPr>
            <a:lvl3pPr marL="360000" indent="-179388">
              <a:buClrTx/>
              <a:buFont typeface="Arial" panose="020B0604020202020204" pitchFamily="34" charset="0"/>
              <a:buChar char="­"/>
              <a:defRPr/>
            </a:lvl3pPr>
          </a:lstStyle>
          <a:p>
            <a:pPr lvl="0"/>
            <a:r>
              <a:rPr lang="en-GB"/>
              <a:t>Click to edit Master text styles</a:t>
            </a:r>
          </a:p>
          <a:p>
            <a:pPr lvl="1"/>
            <a:r>
              <a:rPr lang="en-GB"/>
              <a:t>Second level</a:t>
            </a:r>
          </a:p>
        </p:txBody>
      </p:sp>
      <p:sp>
        <p:nvSpPr>
          <p:cNvPr id="51" name="Text Placeholder 50">
            <a:extLst>
              <a:ext uri="{FF2B5EF4-FFF2-40B4-BE49-F238E27FC236}">
                <a16:creationId xmlns:a16="http://schemas.microsoft.com/office/drawing/2014/main" id="{B96D700E-8A32-4E42-821F-DCAA6F725DDB}"/>
              </a:ext>
            </a:extLst>
          </p:cNvPr>
          <p:cNvSpPr>
            <a:spLocks noGrp="1"/>
          </p:cNvSpPr>
          <p:nvPr>
            <p:ph type="body" sz="quarter" idx="48"/>
          </p:nvPr>
        </p:nvSpPr>
        <p:spPr>
          <a:xfrm>
            <a:off x="4404000" y="3545553"/>
            <a:ext cx="3384000" cy="648000"/>
          </a:xfrm>
          <a:custGeom>
            <a:avLst/>
            <a:gdLst>
              <a:gd name="connsiteX0" fmla="*/ 0 w 3384000"/>
              <a:gd name="connsiteY0" fmla="*/ 0 h 648000"/>
              <a:gd name="connsiteX1" fmla="*/ 3384000 w 3384000"/>
              <a:gd name="connsiteY1" fmla="*/ 0 h 648000"/>
              <a:gd name="connsiteX2" fmla="*/ 3384000 w 3384000"/>
              <a:gd name="connsiteY2" fmla="*/ 648000 h 648000"/>
              <a:gd name="connsiteX3" fmla="*/ 0 w 3384000"/>
              <a:gd name="connsiteY3" fmla="*/ 648000 h 648000"/>
            </a:gdLst>
            <a:ahLst/>
            <a:cxnLst>
              <a:cxn ang="0">
                <a:pos x="connsiteX0" y="connsiteY0"/>
              </a:cxn>
              <a:cxn ang="0">
                <a:pos x="connsiteX1" y="connsiteY1"/>
              </a:cxn>
              <a:cxn ang="0">
                <a:pos x="connsiteX2" y="connsiteY2"/>
              </a:cxn>
              <a:cxn ang="0">
                <a:pos x="connsiteX3" y="connsiteY3"/>
              </a:cxn>
            </a:cxnLst>
            <a:rect l="l" t="t" r="r" b="b"/>
            <a:pathLst>
              <a:path w="3384000" h="648000">
                <a:moveTo>
                  <a:pt x="0" y="0"/>
                </a:moveTo>
                <a:lnTo>
                  <a:pt x="3384000" y="0"/>
                </a:lnTo>
                <a:lnTo>
                  <a:pt x="3384000" y="648000"/>
                </a:lnTo>
                <a:lnTo>
                  <a:pt x="0" y="648000"/>
                </a:lnTo>
                <a:close/>
              </a:path>
            </a:pathLst>
          </a:custGeom>
        </p:spPr>
        <p:txBody>
          <a:bodyPr wrap="square">
            <a:noAutofit/>
          </a:bodyPr>
          <a:lstStyle>
            <a:lvl1pPr algn="ctr">
              <a:lnSpc>
                <a:spcPct val="100000"/>
              </a:lnSpc>
              <a:spcBef>
                <a:spcPts val="0"/>
              </a:spcBef>
              <a:spcAft>
                <a:spcPts val="0"/>
              </a:spcAft>
              <a:defRPr lang="en-US" sz="1400" b="0" dirty="0"/>
            </a:lvl1pPr>
            <a:lvl2pPr marL="171450" indent="-171450" algn="ctr">
              <a:lnSpc>
                <a:spcPct val="100000"/>
              </a:lnSpc>
              <a:spcBef>
                <a:spcPts val="0"/>
              </a:spcBef>
              <a:spcAft>
                <a:spcPts val="0"/>
              </a:spcAft>
              <a:buClr>
                <a:schemeClr val="accent1"/>
              </a:buClr>
              <a:buFont typeface="Arial" panose="020B0604020202020204" pitchFamily="34" charset="0"/>
              <a:buChar char="•"/>
              <a:defRPr lang="en-US" sz="1400" dirty="0"/>
            </a:lvl2pPr>
            <a:lvl3pPr marL="360000" indent="-179388">
              <a:buClrTx/>
              <a:buFont typeface="Arial" panose="020B0604020202020204" pitchFamily="34" charset="0"/>
              <a:buChar char="­"/>
              <a:defRPr/>
            </a:lvl3pPr>
          </a:lstStyle>
          <a:p>
            <a:pPr lvl="0"/>
            <a:r>
              <a:rPr lang="en-GB"/>
              <a:t>Click to edit Master text styles</a:t>
            </a:r>
          </a:p>
          <a:p>
            <a:pPr lvl="1"/>
            <a:r>
              <a:rPr lang="en-GB"/>
              <a:t>Second level</a:t>
            </a:r>
          </a:p>
        </p:txBody>
      </p:sp>
      <p:sp>
        <p:nvSpPr>
          <p:cNvPr id="52" name="Text Placeholder 51">
            <a:extLst>
              <a:ext uri="{FF2B5EF4-FFF2-40B4-BE49-F238E27FC236}">
                <a16:creationId xmlns:a16="http://schemas.microsoft.com/office/drawing/2014/main" id="{B4C604B0-1898-4D36-B3EA-B6BC5BA6D5F0}"/>
              </a:ext>
            </a:extLst>
          </p:cNvPr>
          <p:cNvSpPr>
            <a:spLocks noGrp="1"/>
          </p:cNvSpPr>
          <p:nvPr>
            <p:ph type="body" sz="quarter" idx="49"/>
          </p:nvPr>
        </p:nvSpPr>
        <p:spPr>
          <a:xfrm>
            <a:off x="8091107" y="3545553"/>
            <a:ext cx="3384000" cy="648000"/>
          </a:xfrm>
          <a:custGeom>
            <a:avLst/>
            <a:gdLst>
              <a:gd name="connsiteX0" fmla="*/ 0 w 3384000"/>
              <a:gd name="connsiteY0" fmla="*/ 0 h 648000"/>
              <a:gd name="connsiteX1" fmla="*/ 3384000 w 3384000"/>
              <a:gd name="connsiteY1" fmla="*/ 0 h 648000"/>
              <a:gd name="connsiteX2" fmla="*/ 3384000 w 3384000"/>
              <a:gd name="connsiteY2" fmla="*/ 648000 h 648000"/>
              <a:gd name="connsiteX3" fmla="*/ 0 w 3384000"/>
              <a:gd name="connsiteY3" fmla="*/ 648000 h 648000"/>
            </a:gdLst>
            <a:ahLst/>
            <a:cxnLst>
              <a:cxn ang="0">
                <a:pos x="connsiteX0" y="connsiteY0"/>
              </a:cxn>
              <a:cxn ang="0">
                <a:pos x="connsiteX1" y="connsiteY1"/>
              </a:cxn>
              <a:cxn ang="0">
                <a:pos x="connsiteX2" y="connsiteY2"/>
              </a:cxn>
              <a:cxn ang="0">
                <a:pos x="connsiteX3" y="connsiteY3"/>
              </a:cxn>
            </a:cxnLst>
            <a:rect l="l" t="t" r="r" b="b"/>
            <a:pathLst>
              <a:path w="3384000" h="648000">
                <a:moveTo>
                  <a:pt x="0" y="0"/>
                </a:moveTo>
                <a:lnTo>
                  <a:pt x="3384000" y="0"/>
                </a:lnTo>
                <a:lnTo>
                  <a:pt x="3384000" y="648000"/>
                </a:lnTo>
                <a:lnTo>
                  <a:pt x="0" y="648000"/>
                </a:lnTo>
                <a:close/>
              </a:path>
            </a:pathLst>
          </a:custGeom>
        </p:spPr>
        <p:txBody>
          <a:bodyPr wrap="square">
            <a:noAutofit/>
          </a:bodyPr>
          <a:lstStyle>
            <a:lvl1pPr algn="ctr">
              <a:lnSpc>
                <a:spcPct val="100000"/>
              </a:lnSpc>
              <a:spcBef>
                <a:spcPts val="0"/>
              </a:spcBef>
              <a:spcAft>
                <a:spcPts val="0"/>
              </a:spcAft>
              <a:defRPr lang="en-US" sz="1400" b="0" dirty="0"/>
            </a:lvl1pPr>
            <a:lvl2pPr marL="171450" indent="-171450" algn="ctr">
              <a:lnSpc>
                <a:spcPct val="100000"/>
              </a:lnSpc>
              <a:spcBef>
                <a:spcPts val="0"/>
              </a:spcBef>
              <a:spcAft>
                <a:spcPts val="0"/>
              </a:spcAft>
              <a:buClr>
                <a:schemeClr val="accent1"/>
              </a:buClr>
              <a:buFont typeface="Arial" panose="020B0604020202020204" pitchFamily="34" charset="0"/>
              <a:buChar char="•"/>
              <a:defRPr lang="en-US" sz="1400" dirty="0"/>
            </a:lvl2pPr>
            <a:lvl3pPr marL="360000" indent="-179388">
              <a:buClrTx/>
              <a:buFont typeface="Arial" panose="020B0604020202020204" pitchFamily="34" charset="0"/>
              <a:buChar char="­"/>
              <a:defRPr/>
            </a:lvl3pPr>
          </a:lstStyle>
          <a:p>
            <a:pPr lvl="0"/>
            <a:r>
              <a:rPr lang="en-GB"/>
              <a:t>Click to edit Master text styles</a:t>
            </a:r>
          </a:p>
          <a:p>
            <a:pPr lvl="1"/>
            <a:r>
              <a:rPr lang="en-GB"/>
              <a:t>Second level</a:t>
            </a:r>
          </a:p>
        </p:txBody>
      </p:sp>
      <p:sp>
        <p:nvSpPr>
          <p:cNvPr id="53" name="Text Placeholder 52">
            <a:extLst>
              <a:ext uri="{FF2B5EF4-FFF2-40B4-BE49-F238E27FC236}">
                <a16:creationId xmlns:a16="http://schemas.microsoft.com/office/drawing/2014/main" id="{E99A811A-E6D0-4129-9394-A6BD6BC81158}"/>
              </a:ext>
            </a:extLst>
          </p:cNvPr>
          <p:cNvSpPr>
            <a:spLocks noGrp="1"/>
          </p:cNvSpPr>
          <p:nvPr>
            <p:ph type="body" sz="quarter" idx="50"/>
          </p:nvPr>
        </p:nvSpPr>
        <p:spPr>
          <a:xfrm>
            <a:off x="719669" y="5722695"/>
            <a:ext cx="3384000" cy="648000"/>
          </a:xfrm>
          <a:custGeom>
            <a:avLst/>
            <a:gdLst>
              <a:gd name="connsiteX0" fmla="*/ 0 w 3384000"/>
              <a:gd name="connsiteY0" fmla="*/ 0 h 648000"/>
              <a:gd name="connsiteX1" fmla="*/ 3384000 w 3384000"/>
              <a:gd name="connsiteY1" fmla="*/ 0 h 648000"/>
              <a:gd name="connsiteX2" fmla="*/ 3384000 w 3384000"/>
              <a:gd name="connsiteY2" fmla="*/ 648000 h 648000"/>
              <a:gd name="connsiteX3" fmla="*/ 0 w 3384000"/>
              <a:gd name="connsiteY3" fmla="*/ 648000 h 648000"/>
            </a:gdLst>
            <a:ahLst/>
            <a:cxnLst>
              <a:cxn ang="0">
                <a:pos x="connsiteX0" y="connsiteY0"/>
              </a:cxn>
              <a:cxn ang="0">
                <a:pos x="connsiteX1" y="connsiteY1"/>
              </a:cxn>
              <a:cxn ang="0">
                <a:pos x="connsiteX2" y="connsiteY2"/>
              </a:cxn>
              <a:cxn ang="0">
                <a:pos x="connsiteX3" y="connsiteY3"/>
              </a:cxn>
            </a:cxnLst>
            <a:rect l="l" t="t" r="r" b="b"/>
            <a:pathLst>
              <a:path w="3384000" h="648000">
                <a:moveTo>
                  <a:pt x="0" y="0"/>
                </a:moveTo>
                <a:lnTo>
                  <a:pt x="3384000" y="0"/>
                </a:lnTo>
                <a:lnTo>
                  <a:pt x="3384000" y="648000"/>
                </a:lnTo>
                <a:lnTo>
                  <a:pt x="0" y="648000"/>
                </a:lnTo>
                <a:close/>
              </a:path>
            </a:pathLst>
          </a:custGeom>
        </p:spPr>
        <p:txBody>
          <a:bodyPr wrap="square">
            <a:noAutofit/>
          </a:bodyPr>
          <a:lstStyle>
            <a:lvl1pPr algn="ctr">
              <a:lnSpc>
                <a:spcPct val="100000"/>
              </a:lnSpc>
              <a:spcBef>
                <a:spcPts val="0"/>
              </a:spcBef>
              <a:spcAft>
                <a:spcPts val="0"/>
              </a:spcAft>
              <a:defRPr lang="en-US" sz="1400" b="0" dirty="0"/>
            </a:lvl1pPr>
            <a:lvl2pPr marL="171450" indent="-171450" algn="ctr">
              <a:lnSpc>
                <a:spcPct val="100000"/>
              </a:lnSpc>
              <a:spcBef>
                <a:spcPts val="0"/>
              </a:spcBef>
              <a:spcAft>
                <a:spcPts val="0"/>
              </a:spcAft>
              <a:buClr>
                <a:schemeClr val="accent1"/>
              </a:buClr>
              <a:buFont typeface="Arial" panose="020B0604020202020204" pitchFamily="34" charset="0"/>
              <a:buChar char="•"/>
              <a:defRPr lang="en-US" sz="1400" dirty="0"/>
            </a:lvl2pPr>
            <a:lvl3pPr marL="360000" indent="-179388">
              <a:buClrTx/>
              <a:buFont typeface="Arial" panose="020B0604020202020204" pitchFamily="34" charset="0"/>
              <a:buChar char="­"/>
              <a:defRPr/>
            </a:lvl3pPr>
          </a:lstStyle>
          <a:p>
            <a:pPr lvl="0"/>
            <a:r>
              <a:rPr lang="en-GB"/>
              <a:t>Click to edit Master text styles</a:t>
            </a:r>
          </a:p>
          <a:p>
            <a:pPr lvl="1"/>
            <a:r>
              <a:rPr lang="en-GB"/>
              <a:t>Second level</a:t>
            </a:r>
          </a:p>
        </p:txBody>
      </p:sp>
      <p:sp>
        <p:nvSpPr>
          <p:cNvPr id="54" name="Text Placeholder 53">
            <a:extLst>
              <a:ext uri="{FF2B5EF4-FFF2-40B4-BE49-F238E27FC236}">
                <a16:creationId xmlns:a16="http://schemas.microsoft.com/office/drawing/2014/main" id="{92ABE221-1714-464C-9F47-13AA952154A9}"/>
              </a:ext>
            </a:extLst>
          </p:cNvPr>
          <p:cNvSpPr>
            <a:spLocks noGrp="1"/>
          </p:cNvSpPr>
          <p:nvPr>
            <p:ph type="body" sz="quarter" idx="51"/>
          </p:nvPr>
        </p:nvSpPr>
        <p:spPr>
          <a:xfrm>
            <a:off x="4404000" y="5722695"/>
            <a:ext cx="3384000" cy="648000"/>
          </a:xfrm>
          <a:custGeom>
            <a:avLst/>
            <a:gdLst>
              <a:gd name="connsiteX0" fmla="*/ 0 w 3384000"/>
              <a:gd name="connsiteY0" fmla="*/ 0 h 648000"/>
              <a:gd name="connsiteX1" fmla="*/ 3384000 w 3384000"/>
              <a:gd name="connsiteY1" fmla="*/ 0 h 648000"/>
              <a:gd name="connsiteX2" fmla="*/ 3384000 w 3384000"/>
              <a:gd name="connsiteY2" fmla="*/ 648000 h 648000"/>
              <a:gd name="connsiteX3" fmla="*/ 0 w 3384000"/>
              <a:gd name="connsiteY3" fmla="*/ 648000 h 648000"/>
            </a:gdLst>
            <a:ahLst/>
            <a:cxnLst>
              <a:cxn ang="0">
                <a:pos x="connsiteX0" y="connsiteY0"/>
              </a:cxn>
              <a:cxn ang="0">
                <a:pos x="connsiteX1" y="connsiteY1"/>
              </a:cxn>
              <a:cxn ang="0">
                <a:pos x="connsiteX2" y="connsiteY2"/>
              </a:cxn>
              <a:cxn ang="0">
                <a:pos x="connsiteX3" y="connsiteY3"/>
              </a:cxn>
            </a:cxnLst>
            <a:rect l="l" t="t" r="r" b="b"/>
            <a:pathLst>
              <a:path w="3384000" h="648000">
                <a:moveTo>
                  <a:pt x="0" y="0"/>
                </a:moveTo>
                <a:lnTo>
                  <a:pt x="3384000" y="0"/>
                </a:lnTo>
                <a:lnTo>
                  <a:pt x="3384000" y="648000"/>
                </a:lnTo>
                <a:lnTo>
                  <a:pt x="0" y="648000"/>
                </a:lnTo>
                <a:close/>
              </a:path>
            </a:pathLst>
          </a:custGeom>
        </p:spPr>
        <p:txBody>
          <a:bodyPr wrap="square">
            <a:noAutofit/>
          </a:bodyPr>
          <a:lstStyle>
            <a:lvl1pPr algn="ctr">
              <a:lnSpc>
                <a:spcPct val="100000"/>
              </a:lnSpc>
              <a:spcBef>
                <a:spcPts val="0"/>
              </a:spcBef>
              <a:spcAft>
                <a:spcPts val="0"/>
              </a:spcAft>
              <a:defRPr lang="en-US" sz="1400" b="0" dirty="0"/>
            </a:lvl1pPr>
            <a:lvl2pPr marL="171450" indent="-171450" algn="ctr">
              <a:lnSpc>
                <a:spcPct val="100000"/>
              </a:lnSpc>
              <a:spcBef>
                <a:spcPts val="0"/>
              </a:spcBef>
              <a:spcAft>
                <a:spcPts val="0"/>
              </a:spcAft>
              <a:buClr>
                <a:schemeClr val="accent1"/>
              </a:buClr>
              <a:buFont typeface="Arial" panose="020B0604020202020204" pitchFamily="34" charset="0"/>
              <a:buChar char="•"/>
              <a:defRPr lang="en-US" sz="1400" dirty="0"/>
            </a:lvl2pPr>
            <a:lvl3pPr marL="360000" indent="-179388">
              <a:buClrTx/>
              <a:buFont typeface="Arial" panose="020B0604020202020204" pitchFamily="34" charset="0"/>
              <a:buChar char="­"/>
              <a:defRPr/>
            </a:lvl3pPr>
          </a:lstStyle>
          <a:p>
            <a:pPr lvl="0"/>
            <a:r>
              <a:rPr lang="en-GB"/>
              <a:t>Click to edit Master text styles</a:t>
            </a:r>
          </a:p>
          <a:p>
            <a:pPr lvl="1"/>
            <a:r>
              <a:rPr lang="en-GB"/>
              <a:t>Second level</a:t>
            </a:r>
          </a:p>
        </p:txBody>
      </p:sp>
      <p:sp>
        <p:nvSpPr>
          <p:cNvPr id="55" name="Text Placeholder 54">
            <a:extLst>
              <a:ext uri="{FF2B5EF4-FFF2-40B4-BE49-F238E27FC236}">
                <a16:creationId xmlns:a16="http://schemas.microsoft.com/office/drawing/2014/main" id="{D31D0BA8-500F-44DE-802E-21AECAE96B24}"/>
              </a:ext>
            </a:extLst>
          </p:cNvPr>
          <p:cNvSpPr>
            <a:spLocks noGrp="1"/>
          </p:cNvSpPr>
          <p:nvPr>
            <p:ph type="body" sz="quarter" idx="52"/>
          </p:nvPr>
        </p:nvSpPr>
        <p:spPr>
          <a:xfrm>
            <a:off x="8091107" y="5722695"/>
            <a:ext cx="3384000" cy="648000"/>
          </a:xfrm>
          <a:custGeom>
            <a:avLst/>
            <a:gdLst>
              <a:gd name="connsiteX0" fmla="*/ 0 w 3384000"/>
              <a:gd name="connsiteY0" fmla="*/ 0 h 648000"/>
              <a:gd name="connsiteX1" fmla="*/ 3384000 w 3384000"/>
              <a:gd name="connsiteY1" fmla="*/ 0 h 648000"/>
              <a:gd name="connsiteX2" fmla="*/ 3384000 w 3384000"/>
              <a:gd name="connsiteY2" fmla="*/ 648000 h 648000"/>
              <a:gd name="connsiteX3" fmla="*/ 0 w 3384000"/>
              <a:gd name="connsiteY3" fmla="*/ 648000 h 648000"/>
            </a:gdLst>
            <a:ahLst/>
            <a:cxnLst>
              <a:cxn ang="0">
                <a:pos x="connsiteX0" y="connsiteY0"/>
              </a:cxn>
              <a:cxn ang="0">
                <a:pos x="connsiteX1" y="connsiteY1"/>
              </a:cxn>
              <a:cxn ang="0">
                <a:pos x="connsiteX2" y="connsiteY2"/>
              </a:cxn>
              <a:cxn ang="0">
                <a:pos x="connsiteX3" y="connsiteY3"/>
              </a:cxn>
            </a:cxnLst>
            <a:rect l="l" t="t" r="r" b="b"/>
            <a:pathLst>
              <a:path w="3384000" h="648000">
                <a:moveTo>
                  <a:pt x="0" y="0"/>
                </a:moveTo>
                <a:lnTo>
                  <a:pt x="3384000" y="0"/>
                </a:lnTo>
                <a:lnTo>
                  <a:pt x="3384000" y="648000"/>
                </a:lnTo>
                <a:lnTo>
                  <a:pt x="0" y="648000"/>
                </a:lnTo>
                <a:close/>
              </a:path>
            </a:pathLst>
          </a:custGeom>
        </p:spPr>
        <p:txBody>
          <a:bodyPr wrap="square">
            <a:noAutofit/>
          </a:bodyPr>
          <a:lstStyle>
            <a:lvl1pPr algn="ctr">
              <a:lnSpc>
                <a:spcPct val="100000"/>
              </a:lnSpc>
              <a:spcBef>
                <a:spcPts val="0"/>
              </a:spcBef>
              <a:spcAft>
                <a:spcPts val="0"/>
              </a:spcAft>
              <a:defRPr lang="en-US" sz="1400" b="0" dirty="0"/>
            </a:lvl1pPr>
            <a:lvl2pPr marL="171450" indent="-171450" algn="ctr">
              <a:lnSpc>
                <a:spcPct val="100000"/>
              </a:lnSpc>
              <a:spcBef>
                <a:spcPts val="0"/>
              </a:spcBef>
              <a:spcAft>
                <a:spcPts val="0"/>
              </a:spcAft>
              <a:buClr>
                <a:schemeClr val="accent1"/>
              </a:buClr>
              <a:buFont typeface="Arial" panose="020B0604020202020204" pitchFamily="34" charset="0"/>
              <a:buChar char="•"/>
              <a:defRPr lang="en-US" sz="1400" dirty="0"/>
            </a:lvl2pPr>
            <a:lvl3pPr marL="360000" indent="-179388">
              <a:buClrTx/>
              <a:buFont typeface="Arial" panose="020B0604020202020204" pitchFamily="34" charset="0"/>
              <a:buChar char="­"/>
              <a:defRPr/>
            </a:lvl3pPr>
          </a:lstStyle>
          <a:p>
            <a:pPr lvl="0"/>
            <a:r>
              <a:rPr lang="en-GB"/>
              <a:t>Click to edit Master text styles</a:t>
            </a:r>
          </a:p>
          <a:p>
            <a:pPr lvl="1"/>
            <a:r>
              <a:rPr lang="en-GB"/>
              <a:t>Second level</a:t>
            </a:r>
          </a:p>
        </p:txBody>
      </p:sp>
      <p:sp>
        <p:nvSpPr>
          <p:cNvPr id="4" name="Title 3">
            <a:extLst>
              <a:ext uri="{FF2B5EF4-FFF2-40B4-BE49-F238E27FC236}">
                <a16:creationId xmlns:a16="http://schemas.microsoft.com/office/drawing/2014/main" id="{EFA28934-1104-B82C-2D0A-4CF994E990F9}"/>
              </a:ext>
            </a:extLst>
          </p:cNvPr>
          <p:cNvSpPr>
            <a:spLocks noGrp="1"/>
          </p:cNvSpPr>
          <p:nvPr>
            <p:ph type="title"/>
          </p:nvPr>
        </p:nvSpPr>
        <p:spPr>
          <a:xfrm>
            <a:off x="479424" y="895344"/>
            <a:ext cx="8928943" cy="469056"/>
          </a:xfrm>
        </p:spPr>
        <p:txBody>
          <a:bodyPr/>
          <a:lstStyle>
            <a:lvl1pPr>
              <a:defRPr sz="3600"/>
            </a:lvl1pPr>
          </a:lstStyle>
          <a:p>
            <a:r>
              <a:rPr lang="en-GB"/>
              <a:t>Click to edit Master title style</a:t>
            </a:r>
            <a:endParaRPr lang="en-AU" dirty="0"/>
          </a:p>
        </p:txBody>
      </p:sp>
      <p:sp>
        <p:nvSpPr>
          <p:cNvPr id="5" name="Text Placeholder 5">
            <a:extLst>
              <a:ext uri="{FF2B5EF4-FFF2-40B4-BE49-F238E27FC236}">
                <a16:creationId xmlns:a16="http://schemas.microsoft.com/office/drawing/2014/main" id="{E463A811-89AA-C956-B600-9A35D201FD55}"/>
              </a:ext>
            </a:extLst>
          </p:cNvPr>
          <p:cNvSpPr>
            <a:spLocks noGrp="1"/>
          </p:cNvSpPr>
          <p:nvPr>
            <p:ph type="body" sz="quarter" idx="53" hasCustomPrompt="1"/>
          </p:nvPr>
        </p:nvSpPr>
        <p:spPr>
          <a:xfrm>
            <a:off x="479424" y="1573248"/>
            <a:ext cx="8928943" cy="506132"/>
          </a:xfrm>
          <a:prstGeom prst="rect">
            <a:avLst/>
          </a:prstGeom>
        </p:spPr>
        <p:txBody>
          <a:bodyPr>
            <a:noAutofit/>
          </a:bodyPr>
          <a:lstStyle>
            <a:lvl1pPr>
              <a:lnSpc>
                <a:spcPct val="100000"/>
              </a:lnSpc>
              <a:defRPr sz="1600" b="1">
                <a:solidFill>
                  <a:schemeClr val="tx2"/>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2695552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Order">
    <p:spTree>
      <p:nvGrpSpPr>
        <p:cNvPr id="1" name=""/>
        <p:cNvGrpSpPr/>
        <p:nvPr/>
      </p:nvGrpSpPr>
      <p:grpSpPr>
        <a:xfrm>
          <a:off x="0" y="0"/>
          <a:ext cx="0" cy="0"/>
          <a:chOff x="0" y="0"/>
          <a:chExt cx="0" cy="0"/>
        </a:xfrm>
      </p:grpSpPr>
      <p:sp>
        <p:nvSpPr>
          <p:cNvPr id="34" name="Text Placeholder 14">
            <a:extLst>
              <a:ext uri="{FF2B5EF4-FFF2-40B4-BE49-F238E27FC236}">
                <a16:creationId xmlns:a16="http://schemas.microsoft.com/office/drawing/2014/main" id="{C9748A61-6439-491A-9457-33A20862D25C}"/>
              </a:ext>
            </a:extLst>
          </p:cNvPr>
          <p:cNvSpPr>
            <a:spLocks noGrp="1"/>
          </p:cNvSpPr>
          <p:nvPr>
            <p:ph type="body" sz="quarter" idx="29" hasCustomPrompt="1"/>
          </p:nvPr>
        </p:nvSpPr>
        <p:spPr>
          <a:xfrm>
            <a:off x="1112705" y="2363152"/>
            <a:ext cx="1584308" cy="1584000"/>
          </a:xfrm>
          <a:prstGeom prst="rect">
            <a:avLst/>
          </a:prstGeom>
          <a:solidFill>
            <a:schemeClr val="accent1"/>
          </a:solidFill>
        </p:spPr>
        <p:txBody>
          <a:bodyPr lIns="72000" tIns="72000" rIns="72000" bIns="72000" anchor="ctr">
            <a:normAutofit/>
          </a:bodyPr>
          <a:lstStyle>
            <a:lvl1pPr algn="ctr">
              <a:lnSpc>
                <a:spcPct val="100000"/>
              </a:lnSpc>
              <a:defRPr lang="en-US" sz="2800" b="1" dirty="0">
                <a:solidFill>
                  <a:schemeClr val="bg1"/>
                </a:solidFill>
              </a:defRPr>
            </a:lvl1pPr>
            <a:lvl2pPr marL="171450" indent="-171450" algn="ctr">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dirty="0"/>
              <a:t>[00]</a:t>
            </a:r>
          </a:p>
        </p:txBody>
      </p:sp>
      <p:sp>
        <p:nvSpPr>
          <p:cNvPr id="15" name="Text Placeholder 14">
            <a:extLst>
              <a:ext uri="{FF2B5EF4-FFF2-40B4-BE49-F238E27FC236}">
                <a16:creationId xmlns:a16="http://schemas.microsoft.com/office/drawing/2014/main" id="{91089730-A73F-422F-BD54-BF23888B1D53}"/>
              </a:ext>
            </a:extLst>
          </p:cNvPr>
          <p:cNvSpPr>
            <a:spLocks noGrp="1"/>
          </p:cNvSpPr>
          <p:nvPr>
            <p:ph type="body" sz="quarter" idx="19" hasCustomPrompt="1"/>
          </p:nvPr>
        </p:nvSpPr>
        <p:spPr>
          <a:xfrm>
            <a:off x="728861" y="4307192"/>
            <a:ext cx="2351996"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16" name="Text Placeholder 14">
            <a:extLst>
              <a:ext uri="{FF2B5EF4-FFF2-40B4-BE49-F238E27FC236}">
                <a16:creationId xmlns:a16="http://schemas.microsoft.com/office/drawing/2014/main" id="{9BA9F9C4-C84A-43FB-A465-E020A9EB63D8}"/>
              </a:ext>
            </a:extLst>
          </p:cNvPr>
          <p:cNvSpPr>
            <a:spLocks noGrp="1"/>
          </p:cNvSpPr>
          <p:nvPr>
            <p:ph type="body" sz="quarter" idx="20"/>
          </p:nvPr>
        </p:nvSpPr>
        <p:spPr>
          <a:xfrm>
            <a:off x="728861" y="4581330"/>
            <a:ext cx="2351996" cy="1516648"/>
          </a:xfrm>
          <a:prstGeom prst="rect">
            <a:avLst/>
          </a:prstGeom>
        </p:spPr>
        <p:txBody>
          <a:bodyPr>
            <a:normAutofit/>
          </a:bodyPr>
          <a:lstStyle>
            <a:lvl1pPr algn="ctr">
              <a:lnSpc>
                <a:spcPct val="100000"/>
              </a:lnSpc>
              <a:defRPr lang="en-US" sz="1600" b="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GB"/>
              <a:t>Click to edit Master text styles</a:t>
            </a:r>
          </a:p>
          <a:p>
            <a:pPr lvl="1"/>
            <a:r>
              <a:rPr lang="en-GB"/>
              <a:t>Second level</a:t>
            </a:r>
          </a:p>
        </p:txBody>
      </p:sp>
      <p:sp>
        <p:nvSpPr>
          <p:cNvPr id="36" name="Text Placeholder 14">
            <a:extLst>
              <a:ext uri="{FF2B5EF4-FFF2-40B4-BE49-F238E27FC236}">
                <a16:creationId xmlns:a16="http://schemas.microsoft.com/office/drawing/2014/main" id="{C17937B0-FDCD-421A-9652-36A59CE227A1}"/>
              </a:ext>
            </a:extLst>
          </p:cNvPr>
          <p:cNvSpPr>
            <a:spLocks noGrp="1"/>
          </p:cNvSpPr>
          <p:nvPr>
            <p:ph type="body" sz="quarter" idx="30" hasCustomPrompt="1"/>
          </p:nvPr>
        </p:nvSpPr>
        <p:spPr>
          <a:xfrm>
            <a:off x="3965655" y="2363152"/>
            <a:ext cx="1584308" cy="1584000"/>
          </a:xfrm>
          <a:prstGeom prst="rect">
            <a:avLst/>
          </a:prstGeom>
          <a:solidFill>
            <a:srgbClr val="962A8B"/>
          </a:solidFill>
        </p:spPr>
        <p:txBody>
          <a:bodyPr lIns="72000" tIns="72000" rIns="72000" bIns="72000" anchor="ctr">
            <a:normAutofit/>
          </a:bodyPr>
          <a:lstStyle>
            <a:lvl1pPr algn="ctr">
              <a:lnSpc>
                <a:spcPct val="100000"/>
              </a:lnSpc>
              <a:defRPr lang="en-US" sz="2800" b="1" dirty="0">
                <a:solidFill>
                  <a:schemeClr val="bg1"/>
                </a:solidFill>
              </a:defRPr>
            </a:lvl1pPr>
            <a:lvl2pPr marL="171450" indent="-171450" algn="ctr">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dirty="0"/>
              <a:t>[00]</a:t>
            </a:r>
          </a:p>
        </p:txBody>
      </p:sp>
      <p:sp>
        <p:nvSpPr>
          <p:cNvPr id="37" name="Text Placeholder 14">
            <a:extLst>
              <a:ext uri="{FF2B5EF4-FFF2-40B4-BE49-F238E27FC236}">
                <a16:creationId xmlns:a16="http://schemas.microsoft.com/office/drawing/2014/main" id="{7AB4A338-5CDA-4742-A7F5-F49D6BE9AD4F}"/>
              </a:ext>
            </a:extLst>
          </p:cNvPr>
          <p:cNvSpPr>
            <a:spLocks noGrp="1"/>
          </p:cNvSpPr>
          <p:nvPr>
            <p:ph type="body" sz="quarter" idx="31" hasCustomPrompt="1"/>
          </p:nvPr>
        </p:nvSpPr>
        <p:spPr>
          <a:xfrm>
            <a:off x="3581811" y="4307192"/>
            <a:ext cx="2351996"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38" name="Text Placeholder 14">
            <a:extLst>
              <a:ext uri="{FF2B5EF4-FFF2-40B4-BE49-F238E27FC236}">
                <a16:creationId xmlns:a16="http://schemas.microsoft.com/office/drawing/2014/main" id="{9452123C-C6A2-4D45-AF62-5B6E775B6C90}"/>
              </a:ext>
            </a:extLst>
          </p:cNvPr>
          <p:cNvSpPr>
            <a:spLocks noGrp="1"/>
          </p:cNvSpPr>
          <p:nvPr>
            <p:ph type="body" sz="quarter" idx="32"/>
          </p:nvPr>
        </p:nvSpPr>
        <p:spPr>
          <a:xfrm>
            <a:off x="3581811" y="4581330"/>
            <a:ext cx="2351996" cy="1516648"/>
          </a:xfrm>
          <a:prstGeom prst="rect">
            <a:avLst/>
          </a:prstGeom>
        </p:spPr>
        <p:txBody>
          <a:bodyPr>
            <a:normAutofit/>
          </a:bodyPr>
          <a:lstStyle>
            <a:lvl1pPr algn="ctr">
              <a:lnSpc>
                <a:spcPct val="100000"/>
              </a:lnSpc>
              <a:defRPr lang="en-US" sz="1600" b="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GB"/>
              <a:t>Click to edit Master text styles</a:t>
            </a:r>
          </a:p>
          <a:p>
            <a:pPr lvl="1"/>
            <a:r>
              <a:rPr lang="en-GB"/>
              <a:t>Second level</a:t>
            </a:r>
          </a:p>
        </p:txBody>
      </p:sp>
      <p:sp>
        <p:nvSpPr>
          <p:cNvPr id="39" name="Text Placeholder 14">
            <a:extLst>
              <a:ext uri="{FF2B5EF4-FFF2-40B4-BE49-F238E27FC236}">
                <a16:creationId xmlns:a16="http://schemas.microsoft.com/office/drawing/2014/main" id="{3DCBEBCB-7877-4BC1-BA6D-4E809F947A5F}"/>
              </a:ext>
            </a:extLst>
          </p:cNvPr>
          <p:cNvSpPr>
            <a:spLocks noGrp="1"/>
          </p:cNvSpPr>
          <p:nvPr>
            <p:ph type="body" sz="quarter" idx="33" hasCustomPrompt="1"/>
          </p:nvPr>
        </p:nvSpPr>
        <p:spPr>
          <a:xfrm>
            <a:off x="6719695" y="2363152"/>
            <a:ext cx="1584308" cy="1584000"/>
          </a:xfrm>
          <a:prstGeom prst="rect">
            <a:avLst/>
          </a:prstGeom>
          <a:solidFill>
            <a:srgbClr val="999490"/>
          </a:solidFill>
        </p:spPr>
        <p:txBody>
          <a:bodyPr lIns="72000" tIns="72000" rIns="72000" bIns="72000" anchor="ctr">
            <a:normAutofit/>
          </a:bodyPr>
          <a:lstStyle>
            <a:lvl1pPr algn="ctr">
              <a:lnSpc>
                <a:spcPct val="100000"/>
              </a:lnSpc>
              <a:defRPr lang="en-US" sz="2800" b="1" dirty="0">
                <a:solidFill>
                  <a:schemeClr val="bg1"/>
                </a:solidFill>
              </a:defRPr>
            </a:lvl1pPr>
            <a:lvl2pPr marL="171450" indent="-171450" algn="ctr">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dirty="0"/>
              <a:t>[00]</a:t>
            </a:r>
          </a:p>
        </p:txBody>
      </p:sp>
      <p:sp>
        <p:nvSpPr>
          <p:cNvPr id="40" name="Text Placeholder 14">
            <a:extLst>
              <a:ext uri="{FF2B5EF4-FFF2-40B4-BE49-F238E27FC236}">
                <a16:creationId xmlns:a16="http://schemas.microsoft.com/office/drawing/2014/main" id="{2FE7559D-9529-40D4-8025-F2B8ED38A995}"/>
              </a:ext>
            </a:extLst>
          </p:cNvPr>
          <p:cNvSpPr>
            <a:spLocks noGrp="1"/>
          </p:cNvSpPr>
          <p:nvPr>
            <p:ph type="body" sz="quarter" idx="34" hasCustomPrompt="1"/>
          </p:nvPr>
        </p:nvSpPr>
        <p:spPr>
          <a:xfrm>
            <a:off x="6335851" y="4307192"/>
            <a:ext cx="2351996"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41" name="Text Placeholder 14">
            <a:extLst>
              <a:ext uri="{FF2B5EF4-FFF2-40B4-BE49-F238E27FC236}">
                <a16:creationId xmlns:a16="http://schemas.microsoft.com/office/drawing/2014/main" id="{2382D6B5-B43B-46F1-B879-42FA4CCBD202}"/>
              </a:ext>
            </a:extLst>
          </p:cNvPr>
          <p:cNvSpPr>
            <a:spLocks noGrp="1"/>
          </p:cNvSpPr>
          <p:nvPr>
            <p:ph type="body" sz="quarter" idx="35"/>
          </p:nvPr>
        </p:nvSpPr>
        <p:spPr>
          <a:xfrm>
            <a:off x="6335851" y="4581330"/>
            <a:ext cx="2351996" cy="1516648"/>
          </a:xfrm>
          <a:prstGeom prst="rect">
            <a:avLst/>
          </a:prstGeom>
        </p:spPr>
        <p:txBody>
          <a:bodyPr>
            <a:normAutofit/>
          </a:bodyPr>
          <a:lstStyle>
            <a:lvl1pPr algn="ctr">
              <a:lnSpc>
                <a:spcPct val="100000"/>
              </a:lnSpc>
              <a:defRPr lang="en-US" sz="1600" b="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GB"/>
              <a:t>Click to edit Master text styles</a:t>
            </a:r>
          </a:p>
          <a:p>
            <a:pPr lvl="1"/>
            <a:r>
              <a:rPr lang="en-GB"/>
              <a:t>Second level</a:t>
            </a:r>
          </a:p>
        </p:txBody>
      </p:sp>
      <p:sp>
        <p:nvSpPr>
          <p:cNvPr id="42" name="Text Placeholder 14">
            <a:extLst>
              <a:ext uri="{FF2B5EF4-FFF2-40B4-BE49-F238E27FC236}">
                <a16:creationId xmlns:a16="http://schemas.microsoft.com/office/drawing/2014/main" id="{791F1A27-3497-4ECD-AAAC-804B3DF8F9FB}"/>
              </a:ext>
            </a:extLst>
          </p:cNvPr>
          <p:cNvSpPr>
            <a:spLocks noGrp="1"/>
          </p:cNvSpPr>
          <p:nvPr>
            <p:ph type="body" sz="quarter" idx="36" hasCustomPrompt="1"/>
          </p:nvPr>
        </p:nvSpPr>
        <p:spPr>
          <a:xfrm>
            <a:off x="9548303" y="2363152"/>
            <a:ext cx="1584308" cy="1584000"/>
          </a:xfrm>
          <a:prstGeom prst="rect">
            <a:avLst/>
          </a:prstGeom>
          <a:solidFill>
            <a:srgbClr val="D7D1CC"/>
          </a:solidFill>
        </p:spPr>
        <p:txBody>
          <a:bodyPr lIns="72000" tIns="72000" rIns="72000" bIns="72000" anchor="ctr">
            <a:normAutofit/>
          </a:bodyPr>
          <a:lstStyle>
            <a:lvl1pPr algn="ctr">
              <a:lnSpc>
                <a:spcPct val="100000"/>
              </a:lnSpc>
              <a:defRPr lang="en-US" sz="2800" b="1" dirty="0">
                <a:solidFill>
                  <a:schemeClr val="bg1"/>
                </a:solidFill>
              </a:defRPr>
            </a:lvl1pPr>
            <a:lvl2pPr marL="171450" indent="-171450" algn="ctr">
              <a:lnSpc>
                <a:spcPct val="100000"/>
              </a:lnSpc>
              <a:spcAft>
                <a:spcPts val="300"/>
              </a:spcAft>
              <a:buClr>
                <a:schemeClr val="accent1"/>
              </a:buClr>
              <a:buFont typeface="Arial" panose="020B0604020202020204" pitchFamily="34" charset="0"/>
              <a:buChar char="•"/>
              <a:defRPr lang="en-US" dirty="0"/>
            </a:lvl2pPr>
            <a:lvl3pPr marL="360000" indent="-179388">
              <a:buClrTx/>
              <a:buFont typeface="Arial" panose="020B0604020202020204" pitchFamily="34" charset="0"/>
              <a:buChar char="­"/>
              <a:defRPr/>
            </a:lvl3pPr>
          </a:lstStyle>
          <a:p>
            <a:pPr lvl="0"/>
            <a:r>
              <a:rPr lang="en-US" dirty="0"/>
              <a:t>[00]</a:t>
            </a:r>
          </a:p>
        </p:txBody>
      </p:sp>
      <p:sp>
        <p:nvSpPr>
          <p:cNvPr id="43" name="Text Placeholder 14">
            <a:extLst>
              <a:ext uri="{FF2B5EF4-FFF2-40B4-BE49-F238E27FC236}">
                <a16:creationId xmlns:a16="http://schemas.microsoft.com/office/drawing/2014/main" id="{E0498A31-1633-4E6B-8EAE-AF4FDE6233F0}"/>
              </a:ext>
            </a:extLst>
          </p:cNvPr>
          <p:cNvSpPr>
            <a:spLocks noGrp="1"/>
          </p:cNvSpPr>
          <p:nvPr>
            <p:ph type="body" sz="quarter" idx="37" hasCustomPrompt="1"/>
          </p:nvPr>
        </p:nvSpPr>
        <p:spPr>
          <a:xfrm>
            <a:off x="9164459" y="4307192"/>
            <a:ext cx="2351996" cy="240219"/>
          </a:xfrm>
          <a:prstGeom prst="rect">
            <a:avLst/>
          </a:prstGeom>
        </p:spPr>
        <p:txBody>
          <a:bodyPr/>
          <a:lstStyle>
            <a:lvl1pPr algn="ctr">
              <a:lnSpc>
                <a:spcPct val="100000"/>
              </a:lnSpc>
              <a:defRPr lang="en-US" sz="1600" b="1" dirty="0">
                <a:solidFill>
                  <a:schemeClr val="accent1"/>
                </a:solidFill>
              </a:defRPr>
            </a:lvl1pPr>
            <a:lvl2pPr marL="171450" indent="-171450">
              <a:lnSpc>
                <a:spcPct val="100000"/>
              </a:lnSpc>
              <a:spcAft>
                <a:spcPts val="300"/>
              </a:spcAft>
              <a:buClr>
                <a:schemeClr val="accent1"/>
              </a:buClr>
              <a:buFont typeface="Arial" panose="020B0604020202020204" pitchFamily="34" charset="0"/>
              <a:buChar char="•"/>
              <a:defRPr lang="en-US" dirty="0"/>
            </a:lvl2pPr>
            <a:lvl3pPr marL="180612" indent="0">
              <a:buClrTx/>
              <a:buFont typeface="Arial" panose="020B0604020202020204" pitchFamily="34" charset="0"/>
              <a:buNone/>
              <a:defRPr/>
            </a:lvl3pPr>
          </a:lstStyle>
          <a:p>
            <a:pPr lvl="0"/>
            <a:r>
              <a:rPr lang="en-US" dirty="0"/>
              <a:t>[Bullet Heading]</a:t>
            </a:r>
          </a:p>
        </p:txBody>
      </p:sp>
      <p:sp>
        <p:nvSpPr>
          <p:cNvPr id="44" name="Text Placeholder 14">
            <a:extLst>
              <a:ext uri="{FF2B5EF4-FFF2-40B4-BE49-F238E27FC236}">
                <a16:creationId xmlns:a16="http://schemas.microsoft.com/office/drawing/2014/main" id="{9A54FCE6-6684-449A-86E0-142437219426}"/>
              </a:ext>
            </a:extLst>
          </p:cNvPr>
          <p:cNvSpPr>
            <a:spLocks noGrp="1"/>
          </p:cNvSpPr>
          <p:nvPr>
            <p:ph type="body" sz="quarter" idx="38"/>
          </p:nvPr>
        </p:nvSpPr>
        <p:spPr>
          <a:xfrm>
            <a:off x="9164459" y="4581330"/>
            <a:ext cx="2351996" cy="1516648"/>
          </a:xfrm>
          <a:prstGeom prst="rect">
            <a:avLst/>
          </a:prstGeom>
        </p:spPr>
        <p:txBody>
          <a:bodyPr>
            <a:normAutofit/>
          </a:bodyPr>
          <a:lstStyle>
            <a:lvl1pPr algn="ctr">
              <a:lnSpc>
                <a:spcPct val="100000"/>
              </a:lnSpc>
              <a:defRPr lang="en-US" sz="1600" b="0" dirty="0"/>
            </a:lvl1pPr>
            <a:lvl2pPr marL="171450" indent="-171450" algn="ctr">
              <a:lnSpc>
                <a:spcPct val="100000"/>
              </a:lnSpc>
              <a:spcAft>
                <a:spcPts val="300"/>
              </a:spcAft>
              <a:buClr>
                <a:schemeClr val="accent1"/>
              </a:buClr>
              <a:buFont typeface="Arial" panose="020B0604020202020204" pitchFamily="34" charset="0"/>
              <a:buChar char="•"/>
              <a:defRPr lang="en-US" sz="1600" dirty="0"/>
            </a:lvl2pPr>
            <a:lvl3pPr marL="360000" indent="-179388">
              <a:buClrTx/>
              <a:buFont typeface="Arial" panose="020B0604020202020204" pitchFamily="34" charset="0"/>
              <a:buChar char="­"/>
              <a:defRPr/>
            </a:lvl3pPr>
          </a:lstStyle>
          <a:p>
            <a:pPr lvl="0"/>
            <a:r>
              <a:rPr lang="en-GB"/>
              <a:t>Click to edit Master text styles</a:t>
            </a:r>
          </a:p>
          <a:p>
            <a:pPr lvl="1"/>
            <a:r>
              <a:rPr lang="en-GB"/>
              <a:t>Second level</a:t>
            </a:r>
          </a:p>
        </p:txBody>
      </p:sp>
      <p:sp>
        <p:nvSpPr>
          <p:cNvPr id="7" name="Footer Placeholder 6">
            <a:extLst>
              <a:ext uri="{FF2B5EF4-FFF2-40B4-BE49-F238E27FC236}">
                <a16:creationId xmlns:a16="http://schemas.microsoft.com/office/drawing/2014/main" id="{D9CEE3C6-C898-476B-873B-DAEEB357A992}"/>
              </a:ext>
            </a:extLst>
          </p:cNvPr>
          <p:cNvSpPr>
            <a:spLocks noGrp="1"/>
          </p:cNvSpPr>
          <p:nvPr>
            <p:ph type="ftr" sz="quarter" idx="40"/>
          </p:nvPr>
        </p:nvSpPr>
        <p:spPr/>
        <p:txBody>
          <a:bodyPr/>
          <a:lstStyle/>
          <a:p>
            <a:endParaRPr lang="en-AU" dirty="0"/>
          </a:p>
        </p:txBody>
      </p:sp>
      <p:sp>
        <p:nvSpPr>
          <p:cNvPr id="8" name="Slide Number Placeholder 7">
            <a:extLst>
              <a:ext uri="{FF2B5EF4-FFF2-40B4-BE49-F238E27FC236}">
                <a16:creationId xmlns:a16="http://schemas.microsoft.com/office/drawing/2014/main" id="{4CEACAED-B859-46A5-951B-270C91500FC6}"/>
              </a:ext>
            </a:extLst>
          </p:cNvPr>
          <p:cNvSpPr>
            <a:spLocks noGrp="1"/>
          </p:cNvSpPr>
          <p:nvPr>
            <p:ph type="sldNum" sz="quarter" idx="41"/>
          </p:nvPr>
        </p:nvSpPr>
        <p:spPr/>
        <p:txBody>
          <a:bodyPr/>
          <a:lstStyle/>
          <a:p>
            <a:fld id="{E917DE0E-AFB1-41FD-BC35-27DB61CA125F}" type="slidenum">
              <a:rPr lang="en-AU" smtClean="0"/>
              <a:pPr/>
              <a:t>‹#›</a:t>
            </a:fld>
            <a:endParaRPr lang="en-AU" dirty="0"/>
          </a:p>
        </p:txBody>
      </p:sp>
      <p:sp>
        <p:nvSpPr>
          <p:cNvPr id="3" name="Title 3">
            <a:extLst>
              <a:ext uri="{FF2B5EF4-FFF2-40B4-BE49-F238E27FC236}">
                <a16:creationId xmlns:a16="http://schemas.microsoft.com/office/drawing/2014/main" id="{01D54C86-4413-02C5-0A93-C116834BD2E1}"/>
              </a:ext>
            </a:extLst>
          </p:cNvPr>
          <p:cNvSpPr>
            <a:spLocks noGrp="1"/>
          </p:cNvSpPr>
          <p:nvPr>
            <p:ph type="title"/>
          </p:nvPr>
        </p:nvSpPr>
        <p:spPr>
          <a:xfrm>
            <a:off x="479424" y="895344"/>
            <a:ext cx="8928943" cy="469056"/>
          </a:xfrm>
        </p:spPr>
        <p:txBody>
          <a:bodyPr/>
          <a:lstStyle>
            <a:lvl1pPr>
              <a:defRPr sz="3600"/>
            </a:lvl1pPr>
          </a:lstStyle>
          <a:p>
            <a:r>
              <a:rPr lang="en-GB"/>
              <a:t>Click to edit Master title style</a:t>
            </a:r>
            <a:endParaRPr lang="en-AU" dirty="0"/>
          </a:p>
        </p:txBody>
      </p:sp>
      <p:sp>
        <p:nvSpPr>
          <p:cNvPr id="4" name="Text Placeholder 5">
            <a:extLst>
              <a:ext uri="{FF2B5EF4-FFF2-40B4-BE49-F238E27FC236}">
                <a16:creationId xmlns:a16="http://schemas.microsoft.com/office/drawing/2014/main" id="{1DE0003D-4D2E-6D51-02D8-02AC677C4619}"/>
              </a:ext>
            </a:extLst>
          </p:cNvPr>
          <p:cNvSpPr>
            <a:spLocks noGrp="1"/>
          </p:cNvSpPr>
          <p:nvPr>
            <p:ph type="body" sz="quarter" idx="42" hasCustomPrompt="1"/>
          </p:nvPr>
        </p:nvSpPr>
        <p:spPr>
          <a:xfrm>
            <a:off x="479424" y="1573248"/>
            <a:ext cx="8928943" cy="506132"/>
          </a:xfrm>
          <a:prstGeom prst="rect">
            <a:avLst/>
          </a:prstGeom>
        </p:spPr>
        <p:txBody>
          <a:bodyPr>
            <a:noAutofit/>
          </a:bodyPr>
          <a:lstStyle>
            <a:lvl1pPr>
              <a:lnSpc>
                <a:spcPct val="100000"/>
              </a:lnSpc>
              <a:defRPr sz="1600" b="1">
                <a:solidFill>
                  <a:schemeClr val="tx2"/>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2368918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Graph with Dark Purple Block">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0BF09EC-4B00-4B1E-B06B-0D0F89DA05A2}"/>
              </a:ext>
            </a:extLst>
          </p:cNvPr>
          <p:cNvSpPr>
            <a:spLocks noGrp="1"/>
          </p:cNvSpPr>
          <p:nvPr>
            <p:ph type="body" sz="quarter" idx="14" hasCustomPrompt="1"/>
          </p:nvPr>
        </p:nvSpPr>
        <p:spPr>
          <a:xfrm>
            <a:off x="6384599" y="1272894"/>
            <a:ext cx="5346039" cy="5108856"/>
          </a:xfrm>
          <a:prstGeom prst="rect">
            <a:avLst/>
          </a:prstGeom>
          <a:solidFill>
            <a:schemeClr val="accent1"/>
          </a:solidFill>
        </p:spPr>
        <p:txBody>
          <a:bodyPr lIns="180000" rIns="180000" anchor="ctr">
            <a:normAutofit/>
          </a:bodyPr>
          <a:lstStyle>
            <a:lvl1pPr marL="108000" algn="l">
              <a:defRPr sz="1800">
                <a:solidFill>
                  <a:schemeClr val="bg1"/>
                </a:solidFill>
              </a:defRPr>
            </a:lvl1pPr>
          </a:lstStyle>
          <a:p>
            <a:pPr lvl="0"/>
            <a:r>
              <a:rPr lang="en-US" dirty="0"/>
              <a:t>Edit Master text styles</a:t>
            </a:r>
          </a:p>
        </p:txBody>
      </p:sp>
      <p:sp>
        <p:nvSpPr>
          <p:cNvPr id="8" name="Footer Placeholder 7">
            <a:extLst>
              <a:ext uri="{FF2B5EF4-FFF2-40B4-BE49-F238E27FC236}">
                <a16:creationId xmlns:a16="http://schemas.microsoft.com/office/drawing/2014/main" id="{BDEE6526-1DB9-4ECD-86C1-1BB926D7D9FA}"/>
              </a:ext>
            </a:extLst>
          </p:cNvPr>
          <p:cNvSpPr>
            <a:spLocks noGrp="1"/>
          </p:cNvSpPr>
          <p:nvPr>
            <p:ph type="ftr" sz="quarter" idx="19"/>
          </p:nvPr>
        </p:nvSpPr>
        <p:spPr/>
        <p:txBody>
          <a:bodyPr/>
          <a:lstStyle/>
          <a:p>
            <a:endParaRPr lang="en-AU" dirty="0"/>
          </a:p>
        </p:txBody>
      </p:sp>
      <p:sp>
        <p:nvSpPr>
          <p:cNvPr id="12" name="Slide Number Placeholder 11">
            <a:extLst>
              <a:ext uri="{FF2B5EF4-FFF2-40B4-BE49-F238E27FC236}">
                <a16:creationId xmlns:a16="http://schemas.microsoft.com/office/drawing/2014/main" id="{B640CA88-D0CE-4C3C-BA4A-CB5E62584F1F}"/>
              </a:ext>
            </a:extLst>
          </p:cNvPr>
          <p:cNvSpPr>
            <a:spLocks noGrp="1"/>
          </p:cNvSpPr>
          <p:nvPr>
            <p:ph type="sldNum" sz="quarter" idx="20"/>
          </p:nvPr>
        </p:nvSpPr>
        <p:spPr/>
        <p:txBody>
          <a:bodyPr/>
          <a:lstStyle/>
          <a:p>
            <a:fld id="{E917DE0E-AFB1-41FD-BC35-27DB61CA125F}" type="slidenum">
              <a:rPr lang="en-AU" smtClean="0"/>
              <a:pPr/>
              <a:t>‹#›</a:t>
            </a:fld>
            <a:endParaRPr lang="en-AU" dirty="0"/>
          </a:p>
        </p:txBody>
      </p:sp>
      <p:sp>
        <p:nvSpPr>
          <p:cNvPr id="4" name="Content Placeholder 9">
            <a:extLst>
              <a:ext uri="{FF2B5EF4-FFF2-40B4-BE49-F238E27FC236}">
                <a16:creationId xmlns:a16="http://schemas.microsoft.com/office/drawing/2014/main" id="{43C3501C-A414-1050-2672-EEB7D3C6A72D}"/>
              </a:ext>
            </a:extLst>
          </p:cNvPr>
          <p:cNvSpPr>
            <a:spLocks noGrp="1"/>
          </p:cNvSpPr>
          <p:nvPr>
            <p:ph sz="quarter" idx="10"/>
          </p:nvPr>
        </p:nvSpPr>
        <p:spPr>
          <a:xfrm>
            <a:off x="479424" y="3305818"/>
            <a:ext cx="5616576" cy="3075932"/>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itle 3">
            <a:extLst>
              <a:ext uri="{FF2B5EF4-FFF2-40B4-BE49-F238E27FC236}">
                <a16:creationId xmlns:a16="http://schemas.microsoft.com/office/drawing/2014/main" id="{9739FA73-74C3-3748-1FAD-0F81FFA07983}"/>
              </a:ext>
            </a:extLst>
          </p:cNvPr>
          <p:cNvSpPr>
            <a:spLocks noGrp="1"/>
          </p:cNvSpPr>
          <p:nvPr>
            <p:ph type="title"/>
          </p:nvPr>
        </p:nvSpPr>
        <p:spPr>
          <a:xfrm>
            <a:off x="479425" y="1276218"/>
            <a:ext cx="5616576" cy="1021488"/>
          </a:xfrm>
        </p:spPr>
        <p:txBody>
          <a:bodyPr/>
          <a:lstStyle>
            <a:lvl1pPr>
              <a:defRPr sz="3600"/>
            </a:lvl1pPr>
          </a:lstStyle>
          <a:p>
            <a:r>
              <a:rPr lang="en-GB"/>
              <a:t>Click to edit Master title style</a:t>
            </a:r>
            <a:endParaRPr lang="en-AU" dirty="0"/>
          </a:p>
        </p:txBody>
      </p:sp>
      <p:sp>
        <p:nvSpPr>
          <p:cNvPr id="6" name="Text Placeholder 5">
            <a:extLst>
              <a:ext uri="{FF2B5EF4-FFF2-40B4-BE49-F238E27FC236}">
                <a16:creationId xmlns:a16="http://schemas.microsoft.com/office/drawing/2014/main" id="{F88BE621-24F9-2556-D4EB-4F4F23113F0F}"/>
              </a:ext>
            </a:extLst>
          </p:cNvPr>
          <p:cNvSpPr>
            <a:spLocks noGrp="1"/>
          </p:cNvSpPr>
          <p:nvPr>
            <p:ph type="body" sz="quarter" idx="31" hasCustomPrompt="1"/>
          </p:nvPr>
        </p:nvSpPr>
        <p:spPr>
          <a:xfrm>
            <a:off x="479425" y="2511580"/>
            <a:ext cx="5616576" cy="506132"/>
          </a:xfrm>
          <a:prstGeom prst="rect">
            <a:avLst/>
          </a:prstGeom>
        </p:spPr>
        <p:txBody>
          <a:bodyPr>
            <a:noAutofit/>
          </a:bodyPr>
          <a:lstStyle>
            <a:lvl1pPr>
              <a:lnSpc>
                <a:spcPct val="100000"/>
              </a:lnSpc>
              <a:defRPr sz="1600" b="1">
                <a:solidFill>
                  <a:schemeClr val="tx2"/>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2902461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Graph with Neutral Block">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0BF09EC-4B00-4B1E-B06B-0D0F89DA05A2}"/>
              </a:ext>
            </a:extLst>
          </p:cNvPr>
          <p:cNvSpPr>
            <a:spLocks noGrp="1"/>
          </p:cNvSpPr>
          <p:nvPr>
            <p:ph type="body" sz="quarter" idx="14" hasCustomPrompt="1"/>
          </p:nvPr>
        </p:nvSpPr>
        <p:spPr>
          <a:xfrm>
            <a:off x="6384599" y="1276218"/>
            <a:ext cx="5342561" cy="5105532"/>
          </a:xfrm>
          <a:prstGeom prst="rect">
            <a:avLst/>
          </a:prstGeom>
          <a:solidFill>
            <a:srgbClr val="D7D1CC"/>
          </a:solidFill>
        </p:spPr>
        <p:txBody>
          <a:bodyPr lIns="180000" rIns="180000" anchor="ctr">
            <a:normAutofit/>
          </a:bodyPr>
          <a:lstStyle>
            <a:lvl1pPr marL="108000" algn="l">
              <a:defRPr sz="1800">
                <a:solidFill>
                  <a:schemeClr val="tx1"/>
                </a:solidFill>
              </a:defRPr>
            </a:lvl1pPr>
          </a:lstStyle>
          <a:p>
            <a:pPr lvl="0"/>
            <a:r>
              <a:rPr lang="en-US" dirty="0"/>
              <a:t>Edit Master text styles</a:t>
            </a:r>
          </a:p>
        </p:txBody>
      </p:sp>
      <p:sp>
        <p:nvSpPr>
          <p:cNvPr id="8" name="Footer Placeholder 7">
            <a:extLst>
              <a:ext uri="{FF2B5EF4-FFF2-40B4-BE49-F238E27FC236}">
                <a16:creationId xmlns:a16="http://schemas.microsoft.com/office/drawing/2014/main" id="{F8E8DCA5-91C8-4DF9-B37E-735B2EA5D36B}"/>
              </a:ext>
            </a:extLst>
          </p:cNvPr>
          <p:cNvSpPr>
            <a:spLocks noGrp="1"/>
          </p:cNvSpPr>
          <p:nvPr>
            <p:ph type="ftr" sz="quarter" idx="19"/>
          </p:nvPr>
        </p:nvSpPr>
        <p:spPr/>
        <p:txBody>
          <a:bodyPr/>
          <a:lstStyle/>
          <a:p>
            <a:endParaRPr lang="en-AU" dirty="0"/>
          </a:p>
        </p:txBody>
      </p:sp>
      <p:sp>
        <p:nvSpPr>
          <p:cNvPr id="12" name="Slide Number Placeholder 11">
            <a:extLst>
              <a:ext uri="{FF2B5EF4-FFF2-40B4-BE49-F238E27FC236}">
                <a16:creationId xmlns:a16="http://schemas.microsoft.com/office/drawing/2014/main" id="{BFFC83A9-C0D2-49A3-AC00-E1A4A64271B0}"/>
              </a:ext>
            </a:extLst>
          </p:cNvPr>
          <p:cNvSpPr>
            <a:spLocks noGrp="1"/>
          </p:cNvSpPr>
          <p:nvPr>
            <p:ph type="sldNum" sz="quarter" idx="20"/>
          </p:nvPr>
        </p:nvSpPr>
        <p:spPr/>
        <p:txBody>
          <a:bodyPr/>
          <a:lstStyle/>
          <a:p>
            <a:fld id="{E917DE0E-AFB1-41FD-BC35-27DB61CA125F}" type="slidenum">
              <a:rPr lang="en-AU" smtClean="0"/>
              <a:pPr/>
              <a:t>‹#›</a:t>
            </a:fld>
            <a:endParaRPr lang="en-AU" dirty="0"/>
          </a:p>
        </p:txBody>
      </p:sp>
      <p:sp>
        <p:nvSpPr>
          <p:cNvPr id="3" name="Content Placeholder 9">
            <a:extLst>
              <a:ext uri="{FF2B5EF4-FFF2-40B4-BE49-F238E27FC236}">
                <a16:creationId xmlns:a16="http://schemas.microsoft.com/office/drawing/2014/main" id="{A2D64416-2888-E40E-073B-DD693DAFFE59}"/>
              </a:ext>
            </a:extLst>
          </p:cNvPr>
          <p:cNvSpPr>
            <a:spLocks noGrp="1"/>
          </p:cNvSpPr>
          <p:nvPr>
            <p:ph sz="quarter" idx="10"/>
          </p:nvPr>
        </p:nvSpPr>
        <p:spPr>
          <a:xfrm>
            <a:off x="479424" y="3305818"/>
            <a:ext cx="5616576" cy="3075932"/>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itle 3">
            <a:extLst>
              <a:ext uri="{FF2B5EF4-FFF2-40B4-BE49-F238E27FC236}">
                <a16:creationId xmlns:a16="http://schemas.microsoft.com/office/drawing/2014/main" id="{0982C05B-EB5F-7ECF-A4E8-1B62959B267C}"/>
              </a:ext>
            </a:extLst>
          </p:cNvPr>
          <p:cNvSpPr>
            <a:spLocks noGrp="1"/>
          </p:cNvSpPr>
          <p:nvPr>
            <p:ph type="title"/>
          </p:nvPr>
        </p:nvSpPr>
        <p:spPr>
          <a:xfrm>
            <a:off x="479425" y="1276218"/>
            <a:ext cx="5616576" cy="1021488"/>
          </a:xfrm>
        </p:spPr>
        <p:txBody>
          <a:bodyPr/>
          <a:lstStyle>
            <a:lvl1pPr>
              <a:defRPr sz="3600"/>
            </a:lvl1pPr>
          </a:lstStyle>
          <a:p>
            <a:r>
              <a:rPr lang="en-GB"/>
              <a:t>Click to edit Master title style</a:t>
            </a:r>
            <a:endParaRPr lang="en-AU" dirty="0"/>
          </a:p>
        </p:txBody>
      </p:sp>
      <p:sp>
        <p:nvSpPr>
          <p:cNvPr id="5" name="Text Placeholder 5">
            <a:extLst>
              <a:ext uri="{FF2B5EF4-FFF2-40B4-BE49-F238E27FC236}">
                <a16:creationId xmlns:a16="http://schemas.microsoft.com/office/drawing/2014/main" id="{3CE0BA62-FA81-2B23-6BD2-F6FA27424887}"/>
              </a:ext>
            </a:extLst>
          </p:cNvPr>
          <p:cNvSpPr>
            <a:spLocks noGrp="1"/>
          </p:cNvSpPr>
          <p:nvPr>
            <p:ph type="body" sz="quarter" idx="31" hasCustomPrompt="1"/>
          </p:nvPr>
        </p:nvSpPr>
        <p:spPr>
          <a:xfrm>
            <a:off x="479425" y="2511580"/>
            <a:ext cx="5616576" cy="506132"/>
          </a:xfrm>
          <a:prstGeom prst="rect">
            <a:avLst/>
          </a:prstGeom>
        </p:spPr>
        <p:txBody>
          <a:bodyPr>
            <a:noAutofit/>
          </a:bodyPr>
          <a:lstStyle>
            <a:lvl1pPr>
              <a:lnSpc>
                <a:spcPct val="100000"/>
              </a:lnSpc>
              <a:defRPr sz="1600" b="1">
                <a:solidFill>
                  <a:schemeClr val="tx2"/>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2957599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Graph with Grey Block">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0BF09EC-4B00-4B1E-B06B-0D0F89DA05A2}"/>
              </a:ext>
            </a:extLst>
          </p:cNvPr>
          <p:cNvSpPr>
            <a:spLocks noGrp="1"/>
          </p:cNvSpPr>
          <p:nvPr>
            <p:ph type="body" sz="quarter" idx="14" hasCustomPrompt="1"/>
          </p:nvPr>
        </p:nvSpPr>
        <p:spPr>
          <a:xfrm>
            <a:off x="6384600" y="1276218"/>
            <a:ext cx="5327974" cy="5091592"/>
          </a:xfrm>
          <a:prstGeom prst="rect">
            <a:avLst/>
          </a:prstGeom>
          <a:solidFill>
            <a:srgbClr val="999490"/>
          </a:solidFill>
        </p:spPr>
        <p:txBody>
          <a:bodyPr lIns="180000" rIns="180000" anchor="ctr">
            <a:normAutofit/>
          </a:bodyPr>
          <a:lstStyle>
            <a:lvl1pPr marL="108000" algn="l">
              <a:defRPr sz="1800">
                <a:solidFill>
                  <a:schemeClr val="bg1"/>
                </a:solidFill>
              </a:defRPr>
            </a:lvl1pPr>
          </a:lstStyle>
          <a:p>
            <a:pPr lvl="0"/>
            <a:r>
              <a:rPr lang="en-US" dirty="0"/>
              <a:t>Edit Master text styles</a:t>
            </a:r>
          </a:p>
        </p:txBody>
      </p:sp>
      <p:sp>
        <p:nvSpPr>
          <p:cNvPr id="8" name="Footer Placeholder 7">
            <a:extLst>
              <a:ext uri="{FF2B5EF4-FFF2-40B4-BE49-F238E27FC236}">
                <a16:creationId xmlns:a16="http://schemas.microsoft.com/office/drawing/2014/main" id="{16DA6B27-3249-4E2E-BD52-822F0E96F786}"/>
              </a:ext>
            </a:extLst>
          </p:cNvPr>
          <p:cNvSpPr>
            <a:spLocks noGrp="1"/>
          </p:cNvSpPr>
          <p:nvPr>
            <p:ph type="ftr" sz="quarter" idx="19"/>
          </p:nvPr>
        </p:nvSpPr>
        <p:spPr/>
        <p:txBody>
          <a:bodyPr/>
          <a:lstStyle/>
          <a:p>
            <a:endParaRPr lang="en-AU" dirty="0"/>
          </a:p>
        </p:txBody>
      </p:sp>
      <p:sp>
        <p:nvSpPr>
          <p:cNvPr id="12" name="Slide Number Placeholder 11">
            <a:extLst>
              <a:ext uri="{FF2B5EF4-FFF2-40B4-BE49-F238E27FC236}">
                <a16:creationId xmlns:a16="http://schemas.microsoft.com/office/drawing/2014/main" id="{D28ACE60-DF21-472F-8FF6-A086BB2C1141}"/>
              </a:ext>
            </a:extLst>
          </p:cNvPr>
          <p:cNvSpPr>
            <a:spLocks noGrp="1"/>
          </p:cNvSpPr>
          <p:nvPr>
            <p:ph type="sldNum" sz="quarter" idx="20"/>
          </p:nvPr>
        </p:nvSpPr>
        <p:spPr/>
        <p:txBody>
          <a:bodyPr/>
          <a:lstStyle/>
          <a:p>
            <a:fld id="{E917DE0E-AFB1-41FD-BC35-27DB61CA125F}" type="slidenum">
              <a:rPr lang="en-AU" smtClean="0"/>
              <a:pPr/>
              <a:t>‹#›</a:t>
            </a:fld>
            <a:endParaRPr lang="en-AU" dirty="0"/>
          </a:p>
        </p:txBody>
      </p:sp>
      <p:sp>
        <p:nvSpPr>
          <p:cNvPr id="3" name="Content Placeholder 9">
            <a:extLst>
              <a:ext uri="{FF2B5EF4-FFF2-40B4-BE49-F238E27FC236}">
                <a16:creationId xmlns:a16="http://schemas.microsoft.com/office/drawing/2014/main" id="{62319ED4-653B-CEC3-3E72-36058D6EFF13}"/>
              </a:ext>
            </a:extLst>
          </p:cNvPr>
          <p:cNvSpPr>
            <a:spLocks noGrp="1"/>
          </p:cNvSpPr>
          <p:nvPr>
            <p:ph sz="quarter" idx="10"/>
          </p:nvPr>
        </p:nvSpPr>
        <p:spPr>
          <a:xfrm>
            <a:off x="479424" y="3305818"/>
            <a:ext cx="5616576" cy="3075932"/>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itle 3">
            <a:extLst>
              <a:ext uri="{FF2B5EF4-FFF2-40B4-BE49-F238E27FC236}">
                <a16:creationId xmlns:a16="http://schemas.microsoft.com/office/drawing/2014/main" id="{253ECAFF-C941-D5FA-A0CA-8CDF274A4EF0}"/>
              </a:ext>
            </a:extLst>
          </p:cNvPr>
          <p:cNvSpPr>
            <a:spLocks noGrp="1"/>
          </p:cNvSpPr>
          <p:nvPr>
            <p:ph type="title"/>
          </p:nvPr>
        </p:nvSpPr>
        <p:spPr>
          <a:xfrm>
            <a:off x="479425" y="1276218"/>
            <a:ext cx="5616576" cy="1021488"/>
          </a:xfrm>
        </p:spPr>
        <p:txBody>
          <a:bodyPr/>
          <a:lstStyle>
            <a:lvl1pPr>
              <a:defRPr sz="3600"/>
            </a:lvl1pPr>
          </a:lstStyle>
          <a:p>
            <a:r>
              <a:rPr lang="en-GB"/>
              <a:t>Click to edit Master title style</a:t>
            </a:r>
            <a:endParaRPr lang="en-AU" dirty="0"/>
          </a:p>
        </p:txBody>
      </p:sp>
      <p:sp>
        <p:nvSpPr>
          <p:cNvPr id="5" name="Text Placeholder 5">
            <a:extLst>
              <a:ext uri="{FF2B5EF4-FFF2-40B4-BE49-F238E27FC236}">
                <a16:creationId xmlns:a16="http://schemas.microsoft.com/office/drawing/2014/main" id="{CE7E0213-976A-5628-635C-AC60B7531B6C}"/>
              </a:ext>
            </a:extLst>
          </p:cNvPr>
          <p:cNvSpPr>
            <a:spLocks noGrp="1"/>
          </p:cNvSpPr>
          <p:nvPr>
            <p:ph type="body" sz="quarter" idx="31" hasCustomPrompt="1"/>
          </p:nvPr>
        </p:nvSpPr>
        <p:spPr>
          <a:xfrm>
            <a:off x="479425" y="2511580"/>
            <a:ext cx="5616576" cy="506132"/>
          </a:xfrm>
          <a:prstGeom prst="rect">
            <a:avLst/>
          </a:prstGeom>
        </p:spPr>
        <p:txBody>
          <a:bodyPr>
            <a:noAutofit/>
          </a:bodyPr>
          <a:lstStyle>
            <a:lvl1pPr>
              <a:lnSpc>
                <a:spcPct val="100000"/>
              </a:lnSpc>
              <a:defRPr sz="1600" b="1">
                <a:solidFill>
                  <a:schemeClr val="tx2"/>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2502857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xt with Dark Purple Block">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BDEE6526-1DB9-4ECD-86C1-1BB926D7D9FA}"/>
              </a:ext>
            </a:extLst>
          </p:cNvPr>
          <p:cNvSpPr>
            <a:spLocks noGrp="1"/>
          </p:cNvSpPr>
          <p:nvPr>
            <p:ph type="ftr" sz="quarter" idx="19"/>
          </p:nvPr>
        </p:nvSpPr>
        <p:spPr/>
        <p:txBody>
          <a:bodyPr/>
          <a:lstStyle/>
          <a:p>
            <a:endParaRPr lang="en-AU" dirty="0"/>
          </a:p>
        </p:txBody>
      </p:sp>
      <p:sp>
        <p:nvSpPr>
          <p:cNvPr id="12" name="Slide Number Placeholder 11">
            <a:extLst>
              <a:ext uri="{FF2B5EF4-FFF2-40B4-BE49-F238E27FC236}">
                <a16:creationId xmlns:a16="http://schemas.microsoft.com/office/drawing/2014/main" id="{B640CA88-D0CE-4C3C-BA4A-CB5E62584F1F}"/>
              </a:ext>
            </a:extLst>
          </p:cNvPr>
          <p:cNvSpPr>
            <a:spLocks noGrp="1"/>
          </p:cNvSpPr>
          <p:nvPr>
            <p:ph type="sldNum" sz="quarter" idx="20"/>
          </p:nvPr>
        </p:nvSpPr>
        <p:spPr/>
        <p:txBody>
          <a:bodyPr/>
          <a:lstStyle/>
          <a:p>
            <a:fld id="{E917DE0E-AFB1-41FD-BC35-27DB61CA125F}" type="slidenum">
              <a:rPr lang="en-AU" smtClean="0"/>
              <a:pPr/>
              <a:t>‹#›</a:t>
            </a:fld>
            <a:endParaRPr lang="en-AU" dirty="0"/>
          </a:p>
        </p:txBody>
      </p:sp>
      <p:sp>
        <p:nvSpPr>
          <p:cNvPr id="5" name="Title 3">
            <a:extLst>
              <a:ext uri="{FF2B5EF4-FFF2-40B4-BE49-F238E27FC236}">
                <a16:creationId xmlns:a16="http://schemas.microsoft.com/office/drawing/2014/main" id="{9739FA73-74C3-3748-1FAD-0F81FFA07983}"/>
              </a:ext>
            </a:extLst>
          </p:cNvPr>
          <p:cNvSpPr>
            <a:spLocks noGrp="1"/>
          </p:cNvSpPr>
          <p:nvPr>
            <p:ph type="title"/>
          </p:nvPr>
        </p:nvSpPr>
        <p:spPr>
          <a:xfrm>
            <a:off x="479425" y="1276218"/>
            <a:ext cx="5616576" cy="1021488"/>
          </a:xfrm>
        </p:spPr>
        <p:txBody>
          <a:bodyPr/>
          <a:lstStyle>
            <a:lvl1pPr>
              <a:defRPr sz="3600"/>
            </a:lvl1pPr>
          </a:lstStyle>
          <a:p>
            <a:r>
              <a:rPr lang="en-GB"/>
              <a:t>Click to edit Master title style</a:t>
            </a:r>
            <a:endParaRPr lang="en-AU" dirty="0"/>
          </a:p>
        </p:txBody>
      </p:sp>
      <p:sp>
        <p:nvSpPr>
          <p:cNvPr id="6" name="Text Placeholder 5">
            <a:extLst>
              <a:ext uri="{FF2B5EF4-FFF2-40B4-BE49-F238E27FC236}">
                <a16:creationId xmlns:a16="http://schemas.microsoft.com/office/drawing/2014/main" id="{F88BE621-24F9-2556-D4EB-4F4F23113F0F}"/>
              </a:ext>
            </a:extLst>
          </p:cNvPr>
          <p:cNvSpPr>
            <a:spLocks noGrp="1"/>
          </p:cNvSpPr>
          <p:nvPr>
            <p:ph type="body" sz="quarter" idx="31" hasCustomPrompt="1"/>
          </p:nvPr>
        </p:nvSpPr>
        <p:spPr>
          <a:xfrm>
            <a:off x="479425" y="2511580"/>
            <a:ext cx="5616576" cy="506132"/>
          </a:xfrm>
          <a:prstGeom prst="rect">
            <a:avLst/>
          </a:prstGeom>
        </p:spPr>
        <p:txBody>
          <a:bodyPr>
            <a:noAutofit/>
          </a:bodyPr>
          <a:lstStyle>
            <a:lvl1pPr>
              <a:lnSpc>
                <a:spcPct val="100000"/>
              </a:lnSpc>
              <a:defRPr sz="1600" b="1">
                <a:solidFill>
                  <a:schemeClr val="tx2"/>
                </a:solidFill>
              </a:defRPr>
            </a:lvl1pPr>
            <a:lvl2pPr marL="612" indent="0">
              <a:buNone/>
              <a:defRPr/>
            </a:lvl2pPr>
          </a:lstStyle>
          <a:p>
            <a:pPr lvl="0"/>
            <a:r>
              <a:rPr lang="en-US" dirty="0"/>
              <a:t>[Subtitle]</a:t>
            </a:r>
          </a:p>
        </p:txBody>
      </p:sp>
      <p:sp>
        <p:nvSpPr>
          <p:cNvPr id="2" name="Text Placeholder 4">
            <a:extLst>
              <a:ext uri="{FF2B5EF4-FFF2-40B4-BE49-F238E27FC236}">
                <a16:creationId xmlns:a16="http://schemas.microsoft.com/office/drawing/2014/main" id="{45613D74-E949-9C78-0F5C-A4BEC4A317AD}"/>
              </a:ext>
            </a:extLst>
          </p:cNvPr>
          <p:cNvSpPr>
            <a:spLocks noGrp="1"/>
          </p:cNvSpPr>
          <p:nvPr>
            <p:ph idx="1"/>
          </p:nvPr>
        </p:nvSpPr>
        <p:spPr>
          <a:xfrm>
            <a:off x="479425" y="3305818"/>
            <a:ext cx="5616575" cy="3075932"/>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dirty="0"/>
          </a:p>
        </p:txBody>
      </p:sp>
      <p:sp>
        <p:nvSpPr>
          <p:cNvPr id="3" name="Freeform 2">
            <a:extLst>
              <a:ext uri="{FF2B5EF4-FFF2-40B4-BE49-F238E27FC236}">
                <a16:creationId xmlns:a16="http://schemas.microsoft.com/office/drawing/2014/main" id="{B39DF032-A55C-0205-77CC-FBAD702882E9}"/>
              </a:ext>
            </a:extLst>
          </p:cNvPr>
          <p:cNvSpPr/>
          <p:nvPr userDrawn="1"/>
        </p:nvSpPr>
        <p:spPr>
          <a:xfrm>
            <a:off x="6384600" y="1290158"/>
            <a:ext cx="5327974" cy="5091592"/>
          </a:xfrm>
          <a:custGeom>
            <a:avLst/>
            <a:gdLst>
              <a:gd name="csX0" fmla="*/ 0 w 5327974"/>
              <a:gd name="csY0" fmla="*/ 0 h 5091592"/>
              <a:gd name="csX1" fmla="*/ 5327974 w 5327974"/>
              <a:gd name="csY1" fmla="*/ 0 h 5091592"/>
              <a:gd name="csX2" fmla="*/ 5327974 w 5327974"/>
              <a:gd name="csY2" fmla="*/ 3717460 h 5091592"/>
              <a:gd name="csX3" fmla="*/ 3953842 w 5327974"/>
              <a:gd name="csY3" fmla="*/ 5091592 h 5091592"/>
              <a:gd name="csX4" fmla="*/ 0 w 5327974"/>
              <a:gd name="csY4" fmla="*/ 5091592 h 5091592"/>
            </a:gdLst>
            <a:ahLst/>
            <a:cxnLst>
              <a:cxn ang="0">
                <a:pos x="csX0" y="csY0"/>
              </a:cxn>
              <a:cxn ang="0">
                <a:pos x="csX1" y="csY1"/>
              </a:cxn>
              <a:cxn ang="0">
                <a:pos x="csX2" y="csY2"/>
              </a:cxn>
              <a:cxn ang="0">
                <a:pos x="csX3" y="csY3"/>
              </a:cxn>
              <a:cxn ang="0">
                <a:pos x="csX4" y="csY4"/>
              </a:cxn>
            </a:cxnLst>
            <a:rect l="l" t="t" r="r" b="b"/>
            <a:pathLst>
              <a:path w="5327974" h="5091592">
                <a:moveTo>
                  <a:pt x="0" y="0"/>
                </a:moveTo>
                <a:lnTo>
                  <a:pt x="5327974" y="0"/>
                </a:lnTo>
                <a:lnTo>
                  <a:pt x="5327974" y="3717460"/>
                </a:lnTo>
                <a:cubicBezTo>
                  <a:pt x="5327974" y="4476372"/>
                  <a:pt x="4712754" y="5091592"/>
                  <a:pt x="3953842" y="5091592"/>
                </a:cubicBezTo>
                <a:lnTo>
                  <a:pt x="0" y="5091592"/>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Text Placeholder 6">
            <a:extLst>
              <a:ext uri="{FF2B5EF4-FFF2-40B4-BE49-F238E27FC236}">
                <a16:creationId xmlns:a16="http://schemas.microsoft.com/office/drawing/2014/main" id="{15FB939B-1052-2EB4-A2BD-0ACCD8CBF952}"/>
              </a:ext>
            </a:extLst>
          </p:cNvPr>
          <p:cNvSpPr>
            <a:spLocks noGrp="1"/>
          </p:cNvSpPr>
          <p:nvPr>
            <p:ph type="body" sz="quarter" idx="14" hasCustomPrompt="1"/>
          </p:nvPr>
        </p:nvSpPr>
        <p:spPr>
          <a:xfrm>
            <a:off x="6384599" y="1671293"/>
            <a:ext cx="4895977" cy="4329323"/>
          </a:xfrm>
          <a:prstGeom prst="rect">
            <a:avLst/>
          </a:prstGeom>
          <a:noFill/>
        </p:spPr>
        <p:txBody>
          <a:bodyPr lIns="180000" rIns="180000" anchor="ctr">
            <a:normAutofit/>
          </a:bodyPr>
          <a:lstStyle>
            <a:lvl1pPr marL="108000" algn="l">
              <a:defRPr sz="1800">
                <a:solidFill>
                  <a:schemeClr val="bg1"/>
                </a:solidFill>
              </a:defRPr>
            </a:lvl1pPr>
          </a:lstStyle>
          <a:p>
            <a:pPr lvl="0"/>
            <a:r>
              <a:rPr lang="en-US" dirty="0"/>
              <a:t>Edit Master text styles</a:t>
            </a:r>
          </a:p>
        </p:txBody>
      </p:sp>
    </p:spTree>
    <p:extLst>
      <p:ext uri="{BB962C8B-B14F-4D97-AF65-F5344CB8AC3E}">
        <p14:creationId xmlns:p14="http://schemas.microsoft.com/office/powerpoint/2010/main" val="2687680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 with Neutral Block">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F8E8DCA5-91C8-4DF9-B37E-735B2EA5D36B}"/>
              </a:ext>
            </a:extLst>
          </p:cNvPr>
          <p:cNvSpPr>
            <a:spLocks noGrp="1"/>
          </p:cNvSpPr>
          <p:nvPr>
            <p:ph type="ftr" sz="quarter" idx="19"/>
          </p:nvPr>
        </p:nvSpPr>
        <p:spPr/>
        <p:txBody>
          <a:bodyPr/>
          <a:lstStyle/>
          <a:p>
            <a:endParaRPr lang="en-AU" dirty="0"/>
          </a:p>
        </p:txBody>
      </p:sp>
      <p:sp>
        <p:nvSpPr>
          <p:cNvPr id="12" name="Slide Number Placeholder 11">
            <a:extLst>
              <a:ext uri="{FF2B5EF4-FFF2-40B4-BE49-F238E27FC236}">
                <a16:creationId xmlns:a16="http://schemas.microsoft.com/office/drawing/2014/main" id="{BFFC83A9-C0D2-49A3-AC00-E1A4A64271B0}"/>
              </a:ext>
            </a:extLst>
          </p:cNvPr>
          <p:cNvSpPr>
            <a:spLocks noGrp="1"/>
          </p:cNvSpPr>
          <p:nvPr>
            <p:ph type="sldNum" sz="quarter" idx="20"/>
          </p:nvPr>
        </p:nvSpPr>
        <p:spPr/>
        <p:txBody>
          <a:bodyPr/>
          <a:lstStyle/>
          <a:p>
            <a:fld id="{E917DE0E-AFB1-41FD-BC35-27DB61CA125F}" type="slidenum">
              <a:rPr lang="en-AU" smtClean="0"/>
              <a:pPr/>
              <a:t>‹#›</a:t>
            </a:fld>
            <a:endParaRPr lang="en-AU" dirty="0"/>
          </a:p>
        </p:txBody>
      </p:sp>
      <p:sp>
        <p:nvSpPr>
          <p:cNvPr id="4" name="Title 3">
            <a:extLst>
              <a:ext uri="{FF2B5EF4-FFF2-40B4-BE49-F238E27FC236}">
                <a16:creationId xmlns:a16="http://schemas.microsoft.com/office/drawing/2014/main" id="{0982C05B-EB5F-7ECF-A4E8-1B62959B267C}"/>
              </a:ext>
            </a:extLst>
          </p:cNvPr>
          <p:cNvSpPr>
            <a:spLocks noGrp="1"/>
          </p:cNvSpPr>
          <p:nvPr>
            <p:ph type="title"/>
          </p:nvPr>
        </p:nvSpPr>
        <p:spPr>
          <a:xfrm>
            <a:off x="479425" y="1276218"/>
            <a:ext cx="5616576" cy="1021488"/>
          </a:xfrm>
        </p:spPr>
        <p:txBody>
          <a:bodyPr/>
          <a:lstStyle>
            <a:lvl1pPr>
              <a:defRPr sz="3600"/>
            </a:lvl1pPr>
          </a:lstStyle>
          <a:p>
            <a:r>
              <a:rPr lang="en-GB"/>
              <a:t>Click to edit Master title style</a:t>
            </a:r>
            <a:endParaRPr lang="en-AU" dirty="0"/>
          </a:p>
        </p:txBody>
      </p:sp>
      <p:sp>
        <p:nvSpPr>
          <p:cNvPr id="5" name="Text Placeholder 5">
            <a:extLst>
              <a:ext uri="{FF2B5EF4-FFF2-40B4-BE49-F238E27FC236}">
                <a16:creationId xmlns:a16="http://schemas.microsoft.com/office/drawing/2014/main" id="{3CE0BA62-FA81-2B23-6BD2-F6FA27424887}"/>
              </a:ext>
            </a:extLst>
          </p:cNvPr>
          <p:cNvSpPr>
            <a:spLocks noGrp="1"/>
          </p:cNvSpPr>
          <p:nvPr>
            <p:ph type="body" sz="quarter" idx="31" hasCustomPrompt="1"/>
          </p:nvPr>
        </p:nvSpPr>
        <p:spPr>
          <a:xfrm>
            <a:off x="479425" y="2511580"/>
            <a:ext cx="5616576" cy="506132"/>
          </a:xfrm>
          <a:prstGeom prst="rect">
            <a:avLst/>
          </a:prstGeom>
        </p:spPr>
        <p:txBody>
          <a:bodyPr>
            <a:noAutofit/>
          </a:bodyPr>
          <a:lstStyle>
            <a:lvl1pPr>
              <a:lnSpc>
                <a:spcPct val="100000"/>
              </a:lnSpc>
              <a:defRPr sz="1600" b="1">
                <a:solidFill>
                  <a:schemeClr val="tx2"/>
                </a:solidFill>
              </a:defRPr>
            </a:lvl1pPr>
            <a:lvl2pPr marL="612" indent="0">
              <a:buNone/>
              <a:defRPr/>
            </a:lvl2pPr>
          </a:lstStyle>
          <a:p>
            <a:pPr lvl="0"/>
            <a:r>
              <a:rPr lang="en-US" dirty="0"/>
              <a:t>[Subtitle]</a:t>
            </a:r>
          </a:p>
        </p:txBody>
      </p:sp>
      <p:sp>
        <p:nvSpPr>
          <p:cNvPr id="13" name="Text Placeholder 4">
            <a:extLst>
              <a:ext uri="{FF2B5EF4-FFF2-40B4-BE49-F238E27FC236}">
                <a16:creationId xmlns:a16="http://schemas.microsoft.com/office/drawing/2014/main" id="{E1920B90-DAA5-B751-5EA1-5F06FA9E90BE}"/>
              </a:ext>
            </a:extLst>
          </p:cNvPr>
          <p:cNvSpPr>
            <a:spLocks noGrp="1"/>
          </p:cNvSpPr>
          <p:nvPr>
            <p:ph idx="32"/>
          </p:nvPr>
        </p:nvSpPr>
        <p:spPr>
          <a:xfrm>
            <a:off x="479425" y="3305818"/>
            <a:ext cx="5616575" cy="3084493"/>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dirty="0"/>
          </a:p>
        </p:txBody>
      </p:sp>
      <p:sp>
        <p:nvSpPr>
          <p:cNvPr id="15" name="Freeform 14">
            <a:extLst>
              <a:ext uri="{FF2B5EF4-FFF2-40B4-BE49-F238E27FC236}">
                <a16:creationId xmlns:a16="http://schemas.microsoft.com/office/drawing/2014/main" id="{CF226896-64ED-7B6B-AAB5-7F257FD8F066}"/>
              </a:ext>
            </a:extLst>
          </p:cNvPr>
          <p:cNvSpPr/>
          <p:nvPr userDrawn="1"/>
        </p:nvSpPr>
        <p:spPr>
          <a:xfrm>
            <a:off x="6384600" y="1290158"/>
            <a:ext cx="5327974" cy="5091592"/>
          </a:xfrm>
          <a:custGeom>
            <a:avLst/>
            <a:gdLst>
              <a:gd name="csX0" fmla="*/ 0 w 5327974"/>
              <a:gd name="csY0" fmla="*/ 0 h 5091592"/>
              <a:gd name="csX1" fmla="*/ 5327974 w 5327974"/>
              <a:gd name="csY1" fmla="*/ 0 h 5091592"/>
              <a:gd name="csX2" fmla="*/ 5327974 w 5327974"/>
              <a:gd name="csY2" fmla="*/ 3717460 h 5091592"/>
              <a:gd name="csX3" fmla="*/ 3953842 w 5327974"/>
              <a:gd name="csY3" fmla="*/ 5091592 h 5091592"/>
              <a:gd name="csX4" fmla="*/ 0 w 5327974"/>
              <a:gd name="csY4" fmla="*/ 5091592 h 5091592"/>
            </a:gdLst>
            <a:ahLst/>
            <a:cxnLst>
              <a:cxn ang="0">
                <a:pos x="csX0" y="csY0"/>
              </a:cxn>
              <a:cxn ang="0">
                <a:pos x="csX1" y="csY1"/>
              </a:cxn>
              <a:cxn ang="0">
                <a:pos x="csX2" y="csY2"/>
              </a:cxn>
              <a:cxn ang="0">
                <a:pos x="csX3" y="csY3"/>
              </a:cxn>
              <a:cxn ang="0">
                <a:pos x="csX4" y="csY4"/>
              </a:cxn>
            </a:cxnLst>
            <a:rect l="l" t="t" r="r" b="b"/>
            <a:pathLst>
              <a:path w="5327974" h="5091592">
                <a:moveTo>
                  <a:pt x="0" y="0"/>
                </a:moveTo>
                <a:lnTo>
                  <a:pt x="5327974" y="0"/>
                </a:lnTo>
                <a:lnTo>
                  <a:pt x="5327974" y="3717460"/>
                </a:lnTo>
                <a:cubicBezTo>
                  <a:pt x="5327974" y="4476372"/>
                  <a:pt x="4712754" y="5091592"/>
                  <a:pt x="3953842" y="5091592"/>
                </a:cubicBezTo>
                <a:lnTo>
                  <a:pt x="0" y="5091592"/>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Text Placeholder 6">
            <a:extLst>
              <a:ext uri="{FF2B5EF4-FFF2-40B4-BE49-F238E27FC236}">
                <a16:creationId xmlns:a16="http://schemas.microsoft.com/office/drawing/2014/main" id="{97368B7D-B079-FEEC-53CC-564CF45D4308}"/>
              </a:ext>
            </a:extLst>
          </p:cNvPr>
          <p:cNvSpPr>
            <a:spLocks noGrp="1"/>
          </p:cNvSpPr>
          <p:nvPr>
            <p:ph type="body" sz="quarter" idx="14" hasCustomPrompt="1"/>
          </p:nvPr>
        </p:nvSpPr>
        <p:spPr>
          <a:xfrm>
            <a:off x="6384599" y="1671293"/>
            <a:ext cx="4895977" cy="4329323"/>
          </a:xfrm>
          <a:prstGeom prst="rect">
            <a:avLst/>
          </a:prstGeom>
          <a:noFill/>
        </p:spPr>
        <p:txBody>
          <a:bodyPr lIns="180000" rIns="180000" anchor="ctr">
            <a:normAutofit/>
          </a:bodyPr>
          <a:lstStyle>
            <a:lvl1pPr marL="108000" algn="l">
              <a:defRPr sz="1800">
                <a:solidFill>
                  <a:schemeClr val="tx1"/>
                </a:solidFill>
              </a:defRPr>
            </a:lvl1pPr>
          </a:lstStyle>
          <a:p>
            <a:pPr lvl="0"/>
            <a:r>
              <a:rPr lang="en-US" dirty="0"/>
              <a:t>Edit Master text styles</a:t>
            </a:r>
          </a:p>
        </p:txBody>
      </p:sp>
    </p:spTree>
    <p:extLst>
      <p:ext uri="{BB962C8B-B14F-4D97-AF65-F5344CB8AC3E}">
        <p14:creationId xmlns:p14="http://schemas.microsoft.com/office/powerpoint/2010/main" val="30441661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with Grey Block">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16DA6B27-3249-4E2E-BD52-822F0E96F786}"/>
              </a:ext>
            </a:extLst>
          </p:cNvPr>
          <p:cNvSpPr>
            <a:spLocks noGrp="1"/>
          </p:cNvSpPr>
          <p:nvPr>
            <p:ph type="ftr" sz="quarter" idx="19"/>
          </p:nvPr>
        </p:nvSpPr>
        <p:spPr/>
        <p:txBody>
          <a:bodyPr/>
          <a:lstStyle/>
          <a:p>
            <a:endParaRPr lang="en-AU" dirty="0"/>
          </a:p>
        </p:txBody>
      </p:sp>
      <p:sp>
        <p:nvSpPr>
          <p:cNvPr id="12" name="Slide Number Placeholder 11">
            <a:extLst>
              <a:ext uri="{FF2B5EF4-FFF2-40B4-BE49-F238E27FC236}">
                <a16:creationId xmlns:a16="http://schemas.microsoft.com/office/drawing/2014/main" id="{D28ACE60-DF21-472F-8FF6-A086BB2C1141}"/>
              </a:ext>
            </a:extLst>
          </p:cNvPr>
          <p:cNvSpPr>
            <a:spLocks noGrp="1"/>
          </p:cNvSpPr>
          <p:nvPr>
            <p:ph type="sldNum" sz="quarter" idx="20"/>
          </p:nvPr>
        </p:nvSpPr>
        <p:spPr/>
        <p:txBody>
          <a:bodyPr/>
          <a:lstStyle/>
          <a:p>
            <a:fld id="{E917DE0E-AFB1-41FD-BC35-27DB61CA125F}" type="slidenum">
              <a:rPr lang="en-AU" smtClean="0"/>
              <a:pPr/>
              <a:t>‹#›</a:t>
            </a:fld>
            <a:endParaRPr lang="en-AU" dirty="0"/>
          </a:p>
        </p:txBody>
      </p:sp>
      <p:sp>
        <p:nvSpPr>
          <p:cNvPr id="4" name="Title 3">
            <a:extLst>
              <a:ext uri="{FF2B5EF4-FFF2-40B4-BE49-F238E27FC236}">
                <a16:creationId xmlns:a16="http://schemas.microsoft.com/office/drawing/2014/main" id="{253ECAFF-C941-D5FA-A0CA-8CDF274A4EF0}"/>
              </a:ext>
            </a:extLst>
          </p:cNvPr>
          <p:cNvSpPr>
            <a:spLocks noGrp="1"/>
          </p:cNvSpPr>
          <p:nvPr>
            <p:ph type="title"/>
          </p:nvPr>
        </p:nvSpPr>
        <p:spPr>
          <a:xfrm>
            <a:off x="479425" y="1276218"/>
            <a:ext cx="5616576" cy="1021488"/>
          </a:xfrm>
        </p:spPr>
        <p:txBody>
          <a:bodyPr/>
          <a:lstStyle>
            <a:lvl1pPr>
              <a:defRPr sz="3600"/>
            </a:lvl1pPr>
          </a:lstStyle>
          <a:p>
            <a:r>
              <a:rPr lang="en-GB"/>
              <a:t>Click to edit Master title style</a:t>
            </a:r>
            <a:endParaRPr lang="en-AU" dirty="0"/>
          </a:p>
        </p:txBody>
      </p:sp>
      <p:sp>
        <p:nvSpPr>
          <p:cNvPr id="5" name="Text Placeholder 5">
            <a:extLst>
              <a:ext uri="{FF2B5EF4-FFF2-40B4-BE49-F238E27FC236}">
                <a16:creationId xmlns:a16="http://schemas.microsoft.com/office/drawing/2014/main" id="{CE7E0213-976A-5628-635C-AC60B7531B6C}"/>
              </a:ext>
            </a:extLst>
          </p:cNvPr>
          <p:cNvSpPr>
            <a:spLocks noGrp="1"/>
          </p:cNvSpPr>
          <p:nvPr>
            <p:ph type="body" sz="quarter" idx="31" hasCustomPrompt="1"/>
          </p:nvPr>
        </p:nvSpPr>
        <p:spPr>
          <a:xfrm>
            <a:off x="479425" y="2511580"/>
            <a:ext cx="5616576" cy="506132"/>
          </a:xfrm>
          <a:prstGeom prst="rect">
            <a:avLst/>
          </a:prstGeom>
        </p:spPr>
        <p:txBody>
          <a:bodyPr>
            <a:noAutofit/>
          </a:bodyPr>
          <a:lstStyle>
            <a:lvl1pPr>
              <a:lnSpc>
                <a:spcPct val="100000"/>
              </a:lnSpc>
              <a:defRPr sz="1600" b="1">
                <a:solidFill>
                  <a:schemeClr val="tx2"/>
                </a:solidFill>
              </a:defRPr>
            </a:lvl1pPr>
            <a:lvl2pPr marL="612" indent="0">
              <a:buNone/>
              <a:defRPr/>
            </a:lvl2pPr>
          </a:lstStyle>
          <a:p>
            <a:pPr lvl="0"/>
            <a:r>
              <a:rPr lang="en-US" dirty="0"/>
              <a:t>[Subtitle]</a:t>
            </a:r>
          </a:p>
        </p:txBody>
      </p:sp>
      <p:sp>
        <p:nvSpPr>
          <p:cNvPr id="6" name="Text Placeholder 4">
            <a:extLst>
              <a:ext uri="{FF2B5EF4-FFF2-40B4-BE49-F238E27FC236}">
                <a16:creationId xmlns:a16="http://schemas.microsoft.com/office/drawing/2014/main" id="{7F51D36C-464A-753A-A6C2-6007FD2CD35B}"/>
              </a:ext>
            </a:extLst>
          </p:cNvPr>
          <p:cNvSpPr>
            <a:spLocks noGrp="1"/>
          </p:cNvSpPr>
          <p:nvPr>
            <p:ph idx="32"/>
          </p:nvPr>
        </p:nvSpPr>
        <p:spPr>
          <a:xfrm>
            <a:off x="479425" y="3314346"/>
            <a:ext cx="5616575" cy="3067403"/>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dirty="0"/>
          </a:p>
        </p:txBody>
      </p:sp>
      <p:sp>
        <p:nvSpPr>
          <p:cNvPr id="16" name="Freeform 15">
            <a:extLst>
              <a:ext uri="{FF2B5EF4-FFF2-40B4-BE49-F238E27FC236}">
                <a16:creationId xmlns:a16="http://schemas.microsoft.com/office/drawing/2014/main" id="{65853BB6-C502-32B6-58E2-30B288C2E679}"/>
              </a:ext>
            </a:extLst>
          </p:cNvPr>
          <p:cNvSpPr/>
          <p:nvPr userDrawn="1"/>
        </p:nvSpPr>
        <p:spPr>
          <a:xfrm>
            <a:off x="6384600" y="1290158"/>
            <a:ext cx="5327974" cy="5091592"/>
          </a:xfrm>
          <a:custGeom>
            <a:avLst/>
            <a:gdLst>
              <a:gd name="csX0" fmla="*/ 0 w 5327974"/>
              <a:gd name="csY0" fmla="*/ 0 h 5091592"/>
              <a:gd name="csX1" fmla="*/ 5327974 w 5327974"/>
              <a:gd name="csY1" fmla="*/ 0 h 5091592"/>
              <a:gd name="csX2" fmla="*/ 5327974 w 5327974"/>
              <a:gd name="csY2" fmla="*/ 3717460 h 5091592"/>
              <a:gd name="csX3" fmla="*/ 3953842 w 5327974"/>
              <a:gd name="csY3" fmla="*/ 5091592 h 5091592"/>
              <a:gd name="csX4" fmla="*/ 0 w 5327974"/>
              <a:gd name="csY4" fmla="*/ 5091592 h 5091592"/>
            </a:gdLst>
            <a:ahLst/>
            <a:cxnLst>
              <a:cxn ang="0">
                <a:pos x="csX0" y="csY0"/>
              </a:cxn>
              <a:cxn ang="0">
                <a:pos x="csX1" y="csY1"/>
              </a:cxn>
              <a:cxn ang="0">
                <a:pos x="csX2" y="csY2"/>
              </a:cxn>
              <a:cxn ang="0">
                <a:pos x="csX3" y="csY3"/>
              </a:cxn>
              <a:cxn ang="0">
                <a:pos x="csX4" y="csY4"/>
              </a:cxn>
            </a:cxnLst>
            <a:rect l="l" t="t" r="r" b="b"/>
            <a:pathLst>
              <a:path w="5327974" h="5091592">
                <a:moveTo>
                  <a:pt x="0" y="0"/>
                </a:moveTo>
                <a:lnTo>
                  <a:pt x="5327974" y="0"/>
                </a:lnTo>
                <a:lnTo>
                  <a:pt x="5327974" y="3717460"/>
                </a:lnTo>
                <a:cubicBezTo>
                  <a:pt x="5327974" y="4476372"/>
                  <a:pt x="4712754" y="5091592"/>
                  <a:pt x="3953842" y="5091592"/>
                </a:cubicBezTo>
                <a:lnTo>
                  <a:pt x="0" y="5091592"/>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Text Placeholder 6">
            <a:extLst>
              <a:ext uri="{FF2B5EF4-FFF2-40B4-BE49-F238E27FC236}">
                <a16:creationId xmlns:a16="http://schemas.microsoft.com/office/drawing/2014/main" id="{DD3F47B8-B250-F48C-4B21-5272C7937FCA}"/>
              </a:ext>
            </a:extLst>
          </p:cNvPr>
          <p:cNvSpPr>
            <a:spLocks noGrp="1"/>
          </p:cNvSpPr>
          <p:nvPr>
            <p:ph type="body" sz="quarter" idx="14" hasCustomPrompt="1"/>
          </p:nvPr>
        </p:nvSpPr>
        <p:spPr>
          <a:xfrm>
            <a:off x="6384599" y="1671293"/>
            <a:ext cx="4895977" cy="4329323"/>
          </a:xfrm>
          <a:prstGeom prst="rect">
            <a:avLst/>
          </a:prstGeom>
          <a:noFill/>
        </p:spPr>
        <p:txBody>
          <a:bodyPr lIns="180000" rIns="180000" anchor="ctr">
            <a:normAutofit/>
          </a:bodyPr>
          <a:lstStyle>
            <a:lvl1pPr marL="108000" algn="l">
              <a:defRPr sz="1800">
                <a:solidFill>
                  <a:schemeClr val="bg1"/>
                </a:solidFill>
              </a:defRPr>
            </a:lvl1pPr>
          </a:lstStyle>
          <a:p>
            <a:pPr lvl="0"/>
            <a:r>
              <a:rPr lang="en-US" dirty="0"/>
              <a:t>Edit Master text styles</a:t>
            </a:r>
          </a:p>
        </p:txBody>
      </p:sp>
    </p:spTree>
    <p:extLst>
      <p:ext uri="{BB962C8B-B14F-4D97-AF65-F5344CB8AC3E}">
        <p14:creationId xmlns:p14="http://schemas.microsoft.com/office/powerpoint/2010/main" val="847360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hree Pullouts">
    <p:spTree>
      <p:nvGrpSpPr>
        <p:cNvPr id="1" name=""/>
        <p:cNvGrpSpPr/>
        <p:nvPr/>
      </p:nvGrpSpPr>
      <p:grpSpPr>
        <a:xfrm>
          <a:off x="0" y="0"/>
          <a:ext cx="0" cy="0"/>
          <a:chOff x="0" y="0"/>
          <a:chExt cx="0" cy="0"/>
        </a:xfrm>
      </p:grpSpPr>
      <p:sp>
        <p:nvSpPr>
          <p:cNvPr id="13" name="Text Placeholder 6">
            <a:extLst>
              <a:ext uri="{FF2B5EF4-FFF2-40B4-BE49-F238E27FC236}">
                <a16:creationId xmlns:a16="http://schemas.microsoft.com/office/drawing/2014/main" id="{EA75515C-08B2-490C-B8D9-273E0B4B793E}"/>
              </a:ext>
            </a:extLst>
          </p:cNvPr>
          <p:cNvSpPr>
            <a:spLocks noGrp="1"/>
          </p:cNvSpPr>
          <p:nvPr>
            <p:ph type="body" sz="quarter" idx="21" hasCustomPrompt="1"/>
          </p:nvPr>
        </p:nvSpPr>
        <p:spPr>
          <a:xfrm>
            <a:off x="8112200" y="2255224"/>
            <a:ext cx="3584502" cy="3671777"/>
          </a:xfrm>
          <a:prstGeom prst="rect">
            <a:avLst/>
          </a:prstGeom>
          <a:solidFill>
            <a:schemeClr val="accent1"/>
          </a:solidFill>
        </p:spPr>
        <p:txBody>
          <a:bodyPr lIns="180000" tIns="108000" rIns="180000" bIns="180000" anchor="t">
            <a:normAutofit/>
          </a:bodyPr>
          <a:lstStyle>
            <a:lvl1pPr marL="285750" indent="-285750" algn="l">
              <a:buClr>
                <a:schemeClr val="bg1"/>
              </a:buClr>
              <a:buFont typeface="Arial" panose="020B0604020202020204" pitchFamily="34" charset="0"/>
              <a:buChar char="•"/>
              <a:defRPr sz="1400">
                <a:solidFill>
                  <a:schemeClr val="bg1"/>
                </a:solidFill>
              </a:defRPr>
            </a:lvl1pPr>
          </a:lstStyle>
          <a:p>
            <a:pPr lvl="0"/>
            <a:r>
              <a:rPr lang="en-AU" dirty="0"/>
              <a:t>[Enter text – You can change the colour of this placeholder under the ‘Shape fill’ menu]</a:t>
            </a:r>
          </a:p>
        </p:txBody>
      </p:sp>
      <p:sp>
        <p:nvSpPr>
          <p:cNvPr id="10" name="Text Placeholder 6">
            <a:extLst>
              <a:ext uri="{FF2B5EF4-FFF2-40B4-BE49-F238E27FC236}">
                <a16:creationId xmlns:a16="http://schemas.microsoft.com/office/drawing/2014/main" id="{5A8D97C9-2BD4-40D2-8A9C-5D0FDC041E5C}"/>
              </a:ext>
            </a:extLst>
          </p:cNvPr>
          <p:cNvSpPr>
            <a:spLocks noGrp="1"/>
          </p:cNvSpPr>
          <p:nvPr>
            <p:ph type="body" sz="quarter" idx="19" hasCustomPrompt="1"/>
          </p:nvPr>
        </p:nvSpPr>
        <p:spPr>
          <a:xfrm>
            <a:off x="495300" y="2245259"/>
            <a:ext cx="3584502" cy="3671777"/>
          </a:xfrm>
          <a:prstGeom prst="rect">
            <a:avLst/>
          </a:prstGeom>
          <a:solidFill>
            <a:srgbClr val="962A8B"/>
          </a:solidFill>
        </p:spPr>
        <p:txBody>
          <a:bodyPr lIns="180000" tIns="108000" rIns="180000" bIns="180000" anchor="t">
            <a:normAutofit/>
          </a:bodyPr>
          <a:lstStyle>
            <a:lvl1pPr marL="285750" indent="-285750" algn="l">
              <a:buClr>
                <a:schemeClr val="bg1"/>
              </a:buClr>
              <a:buFont typeface="Arial" panose="020B0604020202020204" pitchFamily="34" charset="0"/>
              <a:buChar char="•"/>
              <a:defRPr sz="1400">
                <a:solidFill>
                  <a:schemeClr val="bg1"/>
                </a:solidFill>
              </a:defRPr>
            </a:lvl1pPr>
          </a:lstStyle>
          <a:p>
            <a:pPr lvl="0"/>
            <a:r>
              <a:rPr lang="en-AU" dirty="0"/>
              <a:t>[Enter text – You can change the colour of this placeholder under the ‘Shape fill’ menu]</a:t>
            </a:r>
          </a:p>
        </p:txBody>
      </p:sp>
      <p:sp>
        <p:nvSpPr>
          <p:cNvPr id="12" name="Text Placeholder 6">
            <a:extLst>
              <a:ext uri="{FF2B5EF4-FFF2-40B4-BE49-F238E27FC236}">
                <a16:creationId xmlns:a16="http://schemas.microsoft.com/office/drawing/2014/main" id="{2409A6CC-1C55-4870-8E22-205BA52568D4}"/>
              </a:ext>
            </a:extLst>
          </p:cNvPr>
          <p:cNvSpPr>
            <a:spLocks noGrp="1"/>
          </p:cNvSpPr>
          <p:nvPr>
            <p:ph type="body" sz="quarter" idx="20" hasCustomPrompt="1"/>
          </p:nvPr>
        </p:nvSpPr>
        <p:spPr>
          <a:xfrm>
            <a:off x="4303750" y="2247916"/>
            <a:ext cx="3584502" cy="3671777"/>
          </a:xfrm>
          <a:prstGeom prst="rect">
            <a:avLst/>
          </a:prstGeom>
          <a:solidFill>
            <a:srgbClr val="999490"/>
          </a:solidFill>
        </p:spPr>
        <p:txBody>
          <a:bodyPr lIns="180000" tIns="108000" rIns="180000" bIns="180000" anchor="t">
            <a:normAutofit/>
          </a:bodyPr>
          <a:lstStyle>
            <a:lvl1pPr marL="285750" indent="-285750" algn="l">
              <a:buClr>
                <a:schemeClr val="bg1"/>
              </a:buClr>
              <a:buFont typeface="Arial" panose="020B0604020202020204" pitchFamily="34" charset="0"/>
              <a:buChar char="•"/>
              <a:defRPr sz="1400">
                <a:solidFill>
                  <a:schemeClr val="bg1"/>
                </a:solidFill>
              </a:defRPr>
            </a:lvl1pPr>
          </a:lstStyle>
          <a:p>
            <a:pPr lvl="0"/>
            <a:r>
              <a:rPr lang="en-AU" dirty="0"/>
              <a:t>[Enter text – You can change the colour of this placeholder under the ‘Shape fill’ menu]</a:t>
            </a:r>
          </a:p>
        </p:txBody>
      </p:sp>
      <p:sp>
        <p:nvSpPr>
          <p:cNvPr id="7" name="Footer Placeholder 6">
            <a:extLst>
              <a:ext uri="{FF2B5EF4-FFF2-40B4-BE49-F238E27FC236}">
                <a16:creationId xmlns:a16="http://schemas.microsoft.com/office/drawing/2014/main" id="{CB490FF1-595C-4C0F-8493-0452D9413FEC}"/>
              </a:ext>
            </a:extLst>
          </p:cNvPr>
          <p:cNvSpPr>
            <a:spLocks noGrp="1"/>
          </p:cNvSpPr>
          <p:nvPr>
            <p:ph type="ftr" sz="quarter" idx="23"/>
          </p:nvPr>
        </p:nvSpPr>
        <p:spPr/>
        <p:txBody>
          <a:bodyPr/>
          <a:lstStyle/>
          <a:p>
            <a:endParaRPr lang="en-AU" dirty="0"/>
          </a:p>
        </p:txBody>
      </p:sp>
      <p:sp>
        <p:nvSpPr>
          <p:cNvPr id="8" name="Slide Number Placeholder 7">
            <a:extLst>
              <a:ext uri="{FF2B5EF4-FFF2-40B4-BE49-F238E27FC236}">
                <a16:creationId xmlns:a16="http://schemas.microsoft.com/office/drawing/2014/main" id="{991171E7-B6F7-4135-91FD-8404DE6A1A00}"/>
              </a:ext>
            </a:extLst>
          </p:cNvPr>
          <p:cNvSpPr>
            <a:spLocks noGrp="1"/>
          </p:cNvSpPr>
          <p:nvPr>
            <p:ph type="sldNum" sz="quarter" idx="24"/>
          </p:nvPr>
        </p:nvSpPr>
        <p:spPr/>
        <p:txBody>
          <a:bodyPr/>
          <a:lstStyle/>
          <a:p>
            <a:fld id="{E917DE0E-AFB1-41FD-BC35-27DB61CA125F}" type="slidenum">
              <a:rPr lang="en-AU" smtClean="0"/>
              <a:pPr/>
              <a:t>‹#›</a:t>
            </a:fld>
            <a:endParaRPr lang="en-AU" dirty="0"/>
          </a:p>
        </p:txBody>
      </p:sp>
      <p:sp>
        <p:nvSpPr>
          <p:cNvPr id="3" name="Title 3">
            <a:extLst>
              <a:ext uri="{FF2B5EF4-FFF2-40B4-BE49-F238E27FC236}">
                <a16:creationId xmlns:a16="http://schemas.microsoft.com/office/drawing/2014/main" id="{13184A03-36F4-FCF1-20AB-9B1635CBEE05}"/>
              </a:ext>
            </a:extLst>
          </p:cNvPr>
          <p:cNvSpPr>
            <a:spLocks noGrp="1"/>
          </p:cNvSpPr>
          <p:nvPr>
            <p:ph type="title"/>
          </p:nvPr>
        </p:nvSpPr>
        <p:spPr>
          <a:xfrm>
            <a:off x="479424" y="895344"/>
            <a:ext cx="8928943" cy="469056"/>
          </a:xfrm>
        </p:spPr>
        <p:txBody>
          <a:bodyPr/>
          <a:lstStyle>
            <a:lvl1pPr>
              <a:defRPr sz="3600"/>
            </a:lvl1pPr>
          </a:lstStyle>
          <a:p>
            <a:r>
              <a:rPr lang="en-GB"/>
              <a:t>Click to edit Master title style</a:t>
            </a:r>
            <a:endParaRPr lang="en-AU" dirty="0"/>
          </a:p>
        </p:txBody>
      </p:sp>
      <p:sp>
        <p:nvSpPr>
          <p:cNvPr id="4" name="Text Placeholder 5">
            <a:extLst>
              <a:ext uri="{FF2B5EF4-FFF2-40B4-BE49-F238E27FC236}">
                <a16:creationId xmlns:a16="http://schemas.microsoft.com/office/drawing/2014/main" id="{3BFBA294-9F8C-CCE9-9C42-DAD73C473A9F}"/>
              </a:ext>
            </a:extLst>
          </p:cNvPr>
          <p:cNvSpPr>
            <a:spLocks noGrp="1"/>
          </p:cNvSpPr>
          <p:nvPr>
            <p:ph type="body" sz="quarter" idx="34" hasCustomPrompt="1"/>
          </p:nvPr>
        </p:nvSpPr>
        <p:spPr>
          <a:xfrm>
            <a:off x="479424" y="1573248"/>
            <a:ext cx="8928943" cy="506132"/>
          </a:xfrm>
          <a:prstGeom prst="rect">
            <a:avLst/>
          </a:prstGeom>
        </p:spPr>
        <p:txBody>
          <a:bodyPr>
            <a:noAutofit/>
          </a:bodyPr>
          <a:lstStyle>
            <a:lvl1pPr>
              <a:lnSpc>
                <a:spcPct val="100000"/>
              </a:lnSpc>
              <a:defRPr sz="1600" b="1">
                <a:solidFill>
                  <a:schemeClr val="tx2"/>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4028239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Multi-layout 1">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CEC400A7-6A57-42A4-9CC7-26ED632D030D}"/>
              </a:ext>
            </a:extLst>
          </p:cNvPr>
          <p:cNvSpPr>
            <a:spLocks noGrp="1"/>
          </p:cNvSpPr>
          <p:nvPr>
            <p:ph type="ftr" sz="quarter" idx="25"/>
          </p:nvPr>
        </p:nvSpPr>
        <p:spPr/>
        <p:txBody>
          <a:bodyPr/>
          <a:lstStyle/>
          <a:p>
            <a:endParaRPr lang="en-AU" dirty="0"/>
          </a:p>
        </p:txBody>
      </p:sp>
      <p:sp>
        <p:nvSpPr>
          <p:cNvPr id="9" name="Slide Number Placeholder 8">
            <a:extLst>
              <a:ext uri="{FF2B5EF4-FFF2-40B4-BE49-F238E27FC236}">
                <a16:creationId xmlns:a16="http://schemas.microsoft.com/office/drawing/2014/main" id="{4BD824B6-391C-442D-8A27-0B268DB3667B}"/>
              </a:ext>
            </a:extLst>
          </p:cNvPr>
          <p:cNvSpPr>
            <a:spLocks noGrp="1"/>
          </p:cNvSpPr>
          <p:nvPr>
            <p:ph type="sldNum" sz="quarter" idx="26"/>
          </p:nvPr>
        </p:nvSpPr>
        <p:spPr/>
        <p:txBody>
          <a:bodyPr/>
          <a:lstStyle/>
          <a:p>
            <a:fld id="{E917DE0E-AFB1-41FD-BC35-27DB61CA125F}" type="slidenum">
              <a:rPr lang="en-AU" smtClean="0"/>
              <a:pPr/>
              <a:t>‹#›</a:t>
            </a:fld>
            <a:endParaRPr lang="en-AU" dirty="0"/>
          </a:p>
        </p:txBody>
      </p:sp>
      <p:sp>
        <p:nvSpPr>
          <p:cNvPr id="29" name="Content Placeholder 28">
            <a:extLst>
              <a:ext uri="{FF2B5EF4-FFF2-40B4-BE49-F238E27FC236}">
                <a16:creationId xmlns:a16="http://schemas.microsoft.com/office/drawing/2014/main" id="{40A5220A-8DEB-49E1-AD72-4DE38F10001D}"/>
              </a:ext>
            </a:extLst>
          </p:cNvPr>
          <p:cNvSpPr>
            <a:spLocks noGrp="1"/>
          </p:cNvSpPr>
          <p:nvPr>
            <p:ph sz="quarter" idx="31"/>
          </p:nvPr>
        </p:nvSpPr>
        <p:spPr>
          <a:xfrm>
            <a:off x="494748" y="2255224"/>
            <a:ext cx="5412047" cy="1490789"/>
          </a:xfrm>
          <a:custGeom>
            <a:avLst/>
            <a:gdLst>
              <a:gd name="connsiteX0" fmla="*/ 0 w 5198532"/>
              <a:gd name="connsiteY0" fmla="*/ 0 h 1368226"/>
              <a:gd name="connsiteX1" fmla="*/ 5198532 w 5198532"/>
              <a:gd name="connsiteY1" fmla="*/ 0 h 1368226"/>
              <a:gd name="connsiteX2" fmla="*/ 5198532 w 5198532"/>
              <a:gd name="connsiteY2" fmla="*/ 1368226 h 1368226"/>
              <a:gd name="connsiteX3" fmla="*/ 0 w 5198532"/>
              <a:gd name="connsiteY3" fmla="*/ 1368226 h 1368226"/>
            </a:gdLst>
            <a:ahLst/>
            <a:cxnLst>
              <a:cxn ang="0">
                <a:pos x="connsiteX0" y="connsiteY0"/>
              </a:cxn>
              <a:cxn ang="0">
                <a:pos x="connsiteX1" y="connsiteY1"/>
              </a:cxn>
              <a:cxn ang="0">
                <a:pos x="connsiteX2" y="connsiteY2"/>
              </a:cxn>
              <a:cxn ang="0">
                <a:pos x="connsiteX3" y="connsiteY3"/>
              </a:cxn>
            </a:cxnLst>
            <a:rect l="l" t="t" r="r" b="b"/>
            <a:pathLst>
              <a:path w="5198532" h="1368226">
                <a:moveTo>
                  <a:pt x="0" y="0"/>
                </a:moveTo>
                <a:lnTo>
                  <a:pt x="5198532" y="0"/>
                </a:lnTo>
                <a:lnTo>
                  <a:pt x="5198532" y="1368226"/>
                </a:lnTo>
                <a:lnTo>
                  <a:pt x="0" y="1368226"/>
                </a:lnTo>
                <a:close/>
              </a:path>
            </a:pathLst>
          </a:custGeom>
        </p:spPr>
        <p:txBody>
          <a:bodyPr vert="horz" lIns="0" tIns="0" rIns="0" bIns="0" rtlCol="0">
            <a:noAutofit/>
          </a:bodyPr>
          <a:lstStyle>
            <a:lvl1pPr>
              <a:defRPr lang="en-US" dirty="0" smtClean="0"/>
            </a:lvl1pPr>
            <a:lvl2pPr>
              <a:defRPr lang="en-US" dirty="0" smtClean="0"/>
            </a:lvl2pPr>
            <a:lvl3pPr>
              <a:defRPr lang="en-US" dirty="0" smtClean="0"/>
            </a:lvl3pPr>
            <a:lvl4pPr>
              <a:defRPr lang="en-AU" dirty="0"/>
            </a:lvl4pPr>
          </a:lstStyle>
          <a:p>
            <a:pPr lvl="0"/>
            <a:r>
              <a:rPr lang="en-GB"/>
              <a:t>Click to edit Master text styles</a:t>
            </a:r>
          </a:p>
          <a:p>
            <a:pPr lvl="1"/>
            <a:r>
              <a:rPr lang="en-GB"/>
              <a:t>Second level</a:t>
            </a:r>
          </a:p>
          <a:p>
            <a:pPr lvl="2"/>
            <a:r>
              <a:rPr lang="en-GB"/>
              <a:t>Third level</a:t>
            </a:r>
          </a:p>
          <a:p>
            <a:pPr lvl="3"/>
            <a:r>
              <a:rPr lang="en-GB"/>
              <a:t>Fourth level</a:t>
            </a:r>
          </a:p>
        </p:txBody>
      </p:sp>
      <p:sp>
        <p:nvSpPr>
          <p:cNvPr id="3" name="Text Placeholder 8">
            <a:extLst>
              <a:ext uri="{FF2B5EF4-FFF2-40B4-BE49-F238E27FC236}">
                <a16:creationId xmlns:a16="http://schemas.microsoft.com/office/drawing/2014/main" id="{ACC5E923-0F11-FC3D-67D3-132B5FEF90D8}"/>
              </a:ext>
            </a:extLst>
          </p:cNvPr>
          <p:cNvSpPr>
            <a:spLocks noGrp="1"/>
          </p:cNvSpPr>
          <p:nvPr>
            <p:ph type="body" sz="quarter" idx="28"/>
          </p:nvPr>
        </p:nvSpPr>
        <p:spPr>
          <a:xfrm>
            <a:off x="476325" y="3959842"/>
            <a:ext cx="5430470" cy="2421908"/>
          </a:xfrm>
          <a:prstGeom prst="rect">
            <a:avLst/>
          </a:prstGeom>
        </p:spPr>
        <p:txBody>
          <a:bodyPr vert="horz" lIns="0" tIns="0" rIns="0" bIns="0" rtlCol="0">
            <a:noAutofit/>
          </a:bodyPr>
          <a:lstStyle>
            <a:lvl1pPr>
              <a:defRPr lang="en-US" sz="1400" dirty="0" smtClean="0"/>
            </a:lvl1pPr>
            <a:lvl2pPr>
              <a:defRPr lang="en-US" sz="1400" dirty="0" smtClean="0"/>
            </a:lvl2pPr>
            <a:lvl3pPr>
              <a:defRPr lang="en-US" sz="1400" dirty="0" smtClean="0"/>
            </a:lvl3pPr>
            <a:lvl4pPr>
              <a:defRPr lang="en-AU" sz="1400" dirty="0"/>
            </a:lvl4pPr>
          </a:lstStyle>
          <a:p>
            <a:pPr lvl="0"/>
            <a:r>
              <a:rPr lang="en-GB"/>
              <a:t>Click to edit Master text styles</a:t>
            </a:r>
          </a:p>
          <a:p>
            <a:pPr lvl="1"/>
            <a:r>
              <a:rPr lang="en-GB"/>
              <a:t>Second level</a:t>
            </a:r>
          </a:p>
          <a:p>
            <a:pPr lvl="2"/>
            <a:r>
              <a:rPr lang="en-GB"/>
              <a:t>Third level</a:t>
            </a:r>
          </a:p>
          <a:p>
            <a:pPr lvl="3"/>
            <a:r>
              <a:rPr lang="en-GB"/>
              <a:t>Fourth level</a:t>
            </a:r>
          </a:p>
        </p:txBody>
      </p:sp>
      <p:sp>
        <p:nvSpPr>
          <p:cNvPr id="6" name="Title 3">
            <a:extLst>
              <a:ext uri="{FF2B5EF4-FFF2-40B4-BE49-F238E27FC236}">
                <a16:creationId xmlns:a16="http://schemas.microsoft.com/office/drawing/2014/main" id="{31A52EEE-7440-4E1E-7FFA-F213B4D84B42}"/>
              </a:ext>
            </a:extLst>
          </p:cNvPr>
          <p:cNvSpPr>
            <a:spLocks noGrp="1"/>
          </p:cNvSpPr>
          <p:nvPr>
            <p:ph type="title"/>
          </p:nvPr>
        </p:nvSpPr>
        <p:spPr>
          <a:xfrm>
            <a:off x="479424" y="895344"/>
            <a:ext cx="8928943" cy="469056"/>
          </a:xfrm>
        </p:spPr>
        <p:txBody>
          <a:bodyPr/>
          <a:lstStyle>
            <a:lvl1pPr>
              <a:defRPr sz="3600"/>
            </a:lvl1pPr>
          </a:lstStyle>
          <a:p>
            <a:r>
              <a:rPr lang="en-GB"/>
              <a:t>Click to edit Master title style</a:t>
            </a:r>
            <a:endParaRPr lang="en-AU" dirty="0"/>
          </a:p>
        </p:txBody>
      </p:sp>
      <p:sp>
        <p:nvSpPr>
          <p:cNvPr id="10" name="Text Placeholder 5">
            <a:extLst>
              <a:ext uri="{FF2B5EF4-FFF2-40B4-BE49-F238E27FC236}">
                <a16:creationId xmlns:a16="http://schemas.microsoft.com/office/drawing/2014/main" id="{E4E25D70-C914-D1F1-DA51-874D6B0D504A}"/>
              </a:ext>
            </a:extLst>
          </p:cNvPr>
          <p:cNvSpPr>
            <a:spLocks noGrp="1"/>
          </p:cNvSpPr>
          <p:nvPr>
            <p:ph type="body" sz="quarter" idx="34" hasCustomPrompt="1"/>
          </p:nvPr>
        </p:nvSpPr>
        <p:spPr>
          <a:xfrm>
            <a:off x="479424" y="1573248"/>
            <a:ext cx="8928943" cy="506132"/>
          </a:xfrm>
          <a:prstGeom prst="rect">
            <a:avLst/>
          </a:prstGeom>
        </p:spPr>
        <p:txBody>
          <a:bodyPr>
            <a:noAutofit/>
          </a:bodyPr>
          <a:lstStyle>
            <a:lvl1pPr>
              <a:lnSpc>
                <a:spcPct val="100000"/>
              </a:lnSpc>
              <a:defRPr sz="1600" b="1">
                <a:solidFill>
                  <a:schemeClr val="tx2"/>
                </a:solidFill>
              </a:defRPr>
            </a:lvl1pPr>
            <a:lvl2pPr marL="612" indent="0">
              <a:buNone/>
              <a:defRPr/>
            </a:lvl2pPr>
          </a:lstStyle>
          <a:p>
            <a:pPr lvl="0"/>
            <a:r>
              <a:rPr lang="en-US" dirty="0"/>
              <a:t>[Subtitle]</a:t>
            </a:r>
          </a:p>
        </p:txBody>
      </p:sp>
      <p:sp>
        <p:nvSpPr>
          <p:cNvPr id="12" name="Content Placeholder 28">
            <a:extLst>
              <a:ext uri="{FF2B5EF4-FFF2-40B4-BE49-F238E27FC236}">
                <a16:creationId xmlns:a16="http://schemas.microsoft.com/office/drawing/2014/main" id="{68A78954-C598-334A-B4E0-A0F0D0361E61}"/>
              </a:ext>
            </a:extLst>
          </p:cNvPr>
          <p:cNvSpPr>
            <a:spLocks noGrp="1"/>
          </p:cNvSpPr>
          <p:nvPr>
            <p:ph sz="quarter" idx="35"/>
          </p:nvPr>
        </p:nvSpPr>
        <p:spPr>
          <a:xfrm>
            <a:off x="6285207" y="4890961"/>
            <a:ext cx="5412047" cy="1490789"/>
          </a:xfrm>
          <a:custGeom>
            <a:avLst/>
            <a:gdLst>
              <a:gd name="connsiteX0" fmla="*/ 0 w 5198532"/>
              <a:gd name="connsiteY0" fmla="*/ 0 h 1368226"/>
              <a:gd name="connsiteX1" fmla="*/ 5198532 w 5198532"/>
              <a:gd name="connsiteY1" fmla="*/ 0 h 1368226"/>
              <a:gd name="connsiteX2" fmla="*/ 5198532 w 5198532"/>
              <a:gd name="connsiteY2" fmla="*/ 1368226 h 1368226"/>
              <a:gd name="connsiteX3" fmla="*/ 0 w 5198532"/>
              <a:gd name="connsiteY3" fmla="*/ 1368226 h 1368226"/>
            </a:gdLst>
            <a:ahLst/>
            <a:cxnLst>
              <a:cxn ang="0">
                <a:pos x="connsiteX0" y="connsiteY0"/>
              </a:cxn>
              <a:cxn ang="0">
                <a:pos x="connsiteX1" y="connsiteY1"/>
              </a:cxn>
              <a:cxn ang="0">
                <a:pos x="connsiteX2" y="connsiteY2"/>
              </a:cxn>
              <a:cxn ang="0">
                <a:pos x="connsiteX3" y="connsiteY3"/>
              </a:cxn>
            </a:cxnLst>
            <a:rect l="l" t="t" r="r" b="b"/>
            <a:pathLst>
              <a:path w="5198532" h="1368226">
                <a:moveTo>
                  <a:pt x="0" y="0"/>
                </a:moveTo>
                <a:lnTo>
                  <a:pt x="5198532" y="0"/>
                </a:lnTo>
                <a:lnTo>
                  <a:pt x="5198532" y="1368226"/>
                </a:lnTo>
                <a:lnTo>
                  <a:pt x="0" y="1368226"/>
                </a:lnTo>
                <a:close/>
              </a:path>
            </a:pathLst>
          </a:custGeom>
        </p:spPr>
        <p:txBody>
          <a:bodyPr vert="horz" lIns="0" tIns="0" rIns="0" bIns="0" rtlCol="0">
            <a:noAutofit/>
          </a:bodyPr>
          <a:lstStyle>
            <a:lvl1pPr>
              <a:defRPr lang="en-US" dirty="0" smtClean="0"/>
            </a:lvl1pPr>
            <a:lvl2pPr>
              <a:defRPr lang="en-US" dirty="0" smtClean="0"/>
            </a:lvl2pPr>
            <a:lvl3pPr>
              <a:defRPr lang="en-US" dirty="0" smtClean="0"/>
            </a:lvl3pPr>
            <a:lvl4pPr>
              <a:defRPr lang="en-AU" dirty="0"/>
            </a:lvl4pPr>
          </a:lstStyle>
          <a:p>
            <a:pPr lvl="0"/>
            <a:r>
              <a:rPr lang="en-GB"/>
              <a:t>Click to edit Master text styles</a:t>
            </a:r>
          </a:p>
          <a:p>
            <a:pPr lvl="1"/>
            <a:r>
              <a:rPr lang="en-GB"/>
              <a:t>Second level</a:t>
            </a:r>
          </a:p>
          <a:p>
            <a:pPr lvl="2"/>
            <a:r>
              <a:rPr lang="en-GB"/>
              <a:t>Third level</a:t>
            </a:r>
          </a:p>
          <a:p>
            <a:pPr lvl="3"/>
            <a:r>
              <a:rPr lang="en-GB"/>
              <a:t>Fourth level</a:t>
            </a:r>
          </a:p>
        </p:txBody>
      </p:sp>
      <p:sp>
        <p:nvSpPr>
          <p:cNvPr id="13" name="Text Placeholder 8">
            <a:extLst>
              <a:ext uri="{FF2B5EF4-FFF2-40B4-BE49-F238E27FC236}">
                <a16:creationId xmlns:a16="http://schemas.microsoft.com/office/drawing/2014/main" id="{050AAF34-C7A5-1CA9-8F66-9A655EC50CB8}"/>
              </a:ext>
            </a:extLst>
          </p:cNvPr>
          <p:cNvSpPr>
            <a:spLocks noGrp="1"/>
          </p:cNvSpPr>
          <p:nvPr>
            <p:ph type="body" sz="quarter" idx="36"/>
          </p:nvPr>
        </p:nvSpPr>
        <p:spPr>
          <a:xfrm>
            <a:off x="6266782" y="2252914"/>
            <a:ext cx="5430470" cy="2421908"/>
          </a:xfrm>
          <a:prstGeom prst="rect">
            <a:avLst/>
          </a:prstGeom>
        </p:spPr>
        <p:txBody>
          <a:bodyPr vert="horz" lIns="0" tIns="0" rIns="0" bIns="0" rtlCol="0">
            <a:noAutofit/>
          </a:bodyPr>
          <a:lstStyle>
            <a:lvl1pPr>
              <a:defRPr lang="en-US" sz="1400" dirty="0" smtClean="0"/>
            </a:lvl1pPr>
            <a:lvl2pPr>
              <a:defRPr lang="en-US" sz="1400" dirty="0" smtClean="0"/>
            </a:lvl2pPr>
            <a:lvl3pPr>
              <a:defRPr lang="en-US" sz="1400" dirty="0" smtClean="0"/>
            </a:lvl3pPr>
            <a:lvl4pPr>
              <a:defRPr lang="en-AU" sz="1400" dirty="0"/>
            </a:lvl4pPr>
          </a:lstStyle>
          <a:p>
            <a:pPr lvl="0"/>
            <a:r>
              <a:rPr lang="en-GB"/>
              <a:t>Click to edit Master text styles</a:t>
            </a:r>
          </a:p>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921181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Multi-layout 2">
    <p:spTree>
      <p:nvGrpSpPr>
        <p:cNvPr id="1" name=""/>
        <p:cNvGrpSpPr/>
        <p:nvPr/>
      </p:nvGrpSpPr>
      <p:grpSpPr>
        <a:xfrm>
          <a:off x="0" y="0"/>
          <a:ext cx="0" cy="0"/>
          <a:chOff x="0" y="0"/>
          <a:chExt cx="0" cy="0"/>
        </a:xfrm>
      </p:grpSpPr>
      <p:sp>
        <p:nvSpPr>
          <p:cNvPr id="19" name="Content Placeholder 18">
            <a:extLst>
              <a:ext uri="{FF2B5EF4-FFF2-40B4-BE49-F238E27FC236}">
                <a16:creationId xmlns:a16="http://schemas.microsoft.com/office/drawing/2014/main" id="{1680838C-6DDD-4367-8C7B-8D49AA3A036A}"/>
              </a:ext>
            </a:extLst>
          </p:cNvPr>
          <p:cNvSpPr>
            <a:spLocks noGrp="1"/>
          </p:cNvSpPr>
          <p:nvPr>
            <p:ph sz="quarter" idx="19" hasCustomPrompt="1"/>
          </p:nvPr>
        </p:nvSpPr>
        <p:spPr>
          <a:xfrm>
            <a:off x="6313483" y="2653252"/>
            <a:ext cx="5399089" cy="1567837"/>
          </a:xfrm>
          <a:prstGeom prst="rect">
            <a:avLst/>
          </a:prstGeom>
        </p:spPr>
        <p:txBody>
          <a:bodyPr/>
          <a:lstStyle/>
          <a:p>
            <a:pPr lvl="0"/>
            <a:r>
              <a:rPr lang="en-AU" dirty="0"/>
              <a:t> </a:t>
            </a:r>
          </a:p>
        </p:txBody>
      </p:sp>
      <p:sp>
        <p:nvSpPr>
          <p:cNvPr id="20" name="Content Placeholder 18">
            <a:extLst>
              <a:ext uri="{FF2B5EF4-FFF2-40B4-BE49-F238E27FC236}">
                <a16:creationId xmlns:a16="http://schemas.microsoft.com/office/drawing/2014/main" id="{8C9CC71C-D628-4B8C-8AB1-D318B0D686CF}"/>
              </a:ext>
            </a:extLst>
          </p:cNvPr>
          <p:cNvSpPr>
            <a:spLocks noGrp="1"/>
          </p:cNvSpPr>
          <p:nvPr>
            <p:ph sz="quarter" idx="20" hasCustomPrompt="1"/>
          </p:nvPr>
        </p:nvSpPr>
        <p:spPr>
          <a:xfrm>
            <a:off x="6313484" y="4705409"/>
            <a:ext cx="5399089" cy="1687380"/>
          </a:xfrm>
          <a:prstGeom prst="rect">
            <a:avLst/>
          </a:prstGeom>
        </p:spPr>
        <p:txBody>
          <a:bodyPr/>
          <a:lstStyle>
            <a:lvl1pPr>
              <a:defRPr/>
            </a:lvl1pPr>
          </a:lstStyle>
          <a:p>
            <a:pPr lvl="0"/>
            <a:r>
              <a:rPr lang="en-US" dirty="0"/>
              <a:t> </a:t>
            </a:r>
            <a:endParaRPr lang="en-AU" dirty="0"/>
          </a:p>
        </p:txBody>
      </p:sp>
      <p:sp>
        <p:nvSpPr>
          <p:cNvPr id="14" name="Text Placeholder 5">
            <a:extLst>
              <a:ext uri="{FF2B5EF4-FFF2-40B4-BE49-F238E27FC236}">
                <a16:creationId xmlns:a16="http://schemas.microsoft.com/office/drawing/2014/main" id="{FFFB469D-AB37-445A-8C5C-9EDAC47CC608}"/>
              </a:ext>
            </a:extLst>
          </p:cNvPr>
          <p:cNvSpPr>
            <a:spLocks noGrp="1"/>
          </p:cNvSpPr>
          <p:nvPr>
            <p:ph type="body" sz="quarter" idx="26"/>
          </p:nvPr>
        </p:nvSpPr>
        <p:spPr>
          <a:xfrm>
            <a:off x="6313485" y="4426925"/>
            <a:ext cx="5401302" cy="324000"/>
          </a:xfrm>
          <a:prstGeom prst="rect">
            <a:avLst/>
          </a:prstGeom>
        </p:spPr>
        <p:txBody>
          <a:bodyPr/>
          <a:lstStyle>
            <a:lvl1pPr>
              <a:lnSpc>
                <a:spcPct val="100000"/>
              </a:lnSpc>
              <a:defRPr sz="1400" b="1">
                <a:solidFill>
                  <a:schemeClr val="accent1"/>
                </a:solidFill>
              </a:defRPr>
            </a:lvl1pPr>
            <a:lvl6pPr>
              <a:defRPr b="0"/>
            </a:lvl6pPr>
          </a:lstStyle>
          <a:p>
            <a:pPr lvl="0"/>
            <a:r>
              <a:rPr lang="en-GB"/>
              <a:t>Click to edit Master text styles</a:t>
            </a:r>
          </a:p>
        </p:txBody>
      </p:sp>
      <p:sp>
        <p:nvSpPr>
          <p:cNvPr id="6" name="Footer Placeholder 5">
            <a:extLst>
              <a:ext uri="{FF2B5EF4-FFF2-40B4-BE49-F238E27FC236}">
                <a16:creationId xmlns:a16="http://schemas.microsoft.com/office/drawing/2014/main" id="{B90807C1-4AC5-41D4-9F66-2FFE2C9FCBEE}"/>
              </a:ext>
            </a:extLst>
          </p:cNvPr>
          <p:cNvSpPr>
            <a:spLocks noGrp="1"/>
          </p:cNvSpPr>
          <p:nvPr>
            <p:ph type="ftr" sz="quarter" idx="33"/>
          </p:nvPr>
        </p:nvSpPr>
        <p:spPr/>
        <p:txBody>
          <a:bodyPr/>
          <a:lstStyle/>
          <a:p>
            <a:endParaRPr lang="en-AU" dirty="0"/>
          </a:p>
        </p:txBody>
      </p:sp>
      <p:sp>
        <p:nvSpPr>
          <p:cNvPr id="8" name="Slide Number Placeholder 7">
            <a:extLst>
              <a:ext uri="{FF2B5EF4-FFF2-40B4-BE49-F238E27FC236}">
                <a16:creationId xmlns:a16="http://schemas.microsoft.com/office/drawing/2014/main" id="{BB1CA24C-277F-4699-AACD-0CE7FA333A21}"/>
              </a:ext>
            </a:extLst>
          </p:cNvPr>
          <p:cNvSpPr>
            <a:spLocks noGrp="1"/>
          </p:cNvSpPr>
          <p:nvPr>
            <p:ph type="sldNum" sz="quarter" idx="34"/>
          </p:nvPr>
        </p:nvSpPr>
        <p:spPr/>
        <p:txBody>
          <a:bodyPr/>
          <a:lstStyle/>
          <a:p>
            <a:fld id="{E917DE0E-AFB1-41FD-BC35-27DB61CA125F}" type="slidenum">
              <a:rPr lang="en-AU" smtClean="0"/>
              <a:pPr/>
              <a:t>‹#›</a:t>
            </a:fld>
            <a:endParaRPr lang="en-AU" dirty="0"/>
          </a:p>
        </p:txBody>
      </p:sp>
      <p:sp>
        <p:nvSpPr>
          <p:cNvPr id="25" name="Text Placeholder 5">
            <a:extLst>
              <a:ext uri="{FF2B5EF4-FFF2-40B4-BE49-F238E27FC236}">
                <a16:creationId xmlns:a16="http://schemas.microsoft.com/office/drawing/2014/main" id="{E3EEABC2-F12A-48B3-8BD1-6F2CE1CA2422}"/>
              </a:ext>
            </a:extLst>
          </p:cNvPr>
          <p:cNvSpPr>
            <a:spLocks noGrp="1"/>
          </p:cNvSpPr>
          <p:nvPr>
            <p:ph type="body" sz="quarter" idx="35"/>
          </p:nvPr>
        </p:nvSpPr>
        <p:spPr>
          <a:xfrm>
            <a:off x="6313484" y="2255225"/>
            <a:ext cx="5401300" cy="324000"/>
          </a:xfrm>
          <a:prstGeom prst="rect">
            <a:avLst/>
          </a:prstGeom>
        </p:spPr>
        <p:txBody>
          <a:bodyPr/>
          <a:lstStyle>
            <a:lvl1pPr>
              <a:lnSpc>
                <a:spcPct val="100000"/>
              </a:lnSpc>
              <a:defRPr sz="1400" b="1">
                <a:solidFill>
                  <a:schemeClr val="accent1"/>
                </a:solidFill>
              </a:defRPr>
            </a:lvl1pPr>
            <a:lvl6pPr>
              <a:defRPr b="0"/>
            </a:lvl6pPr>
          </a:lstStyle>
          <a:p>
            <a:pPr lvl="0"/>
            <a:r>
              <a:rPr lang="en-GB"/>
              <a:t>Click to edit Master text styles</a:t>
            </a:r>
          </a:p>
        </p:txBody>
      </p:sp>
      <p:sp>
        <p:nvSpPr>
          <p:cNvPr id="3" name="Content Placeholder 9">
            <a:extLst>
              <a:ext uri="{FF2B5EF4-FFF2-40B4-BE49-F238E27FC236}">
                <a16:creationId xmlns:a16="http://schemas.microsoft.com/office/drawing/2014/main" id="{3F5296CB-B0A0-30E7-090B-56B41A0A015C}"/>
              </a:ext>
            </a:extLst>
          </p:cNvPr>
          <p:cNvSpPr>
            <a:spLocks noGrp="1"/>
          </p:cNvSpPr>
          <p:nvPr>
            <p:ph sz="quarter" idx="10"/>
          </p:nvPr>
        </p:nvSpPr>
        <p:spPr>
          <a:xfrm>
            <a:off x="479425" y="2255225"/>
            <a:ext cx="5399092" cy="1965864"/>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itle 3">
            <a:extLst>
              <a:ext uri="{FF2B5EF4-FFF2-40B4-BE49-F238E27FC236}">
                <a16:creationId xmlns:a16="http://schemas.microsoft.com/office/drawing/2014/main" id="{2948E43D-6B82-3167-3033-C5FED33607D0}"/>
              </a:ext>
            </a:extLst>
          </p:cNvPr>
          <p:cNvSpPr>
            <a:spLocks noGrp="1"/>
          </p:cNvSpPr>
          <p:nvPr>
            <p:ph type="title"/>
          </p:nvPr>
        </p:nvSpPr>
        <p:spPr>
          <a:xfrm>
            <a:off x="479424" y="895344"/>
            <a:ext cx="8928943" cy="469056"/>
          </a:xfrm>
        </p:spPr>
        <p:txBody>
          <a:bodyPr/>
          <a:lstStyle>
            <a:lvl1pPr>
              <a:defRPr sz="3600"/>
            </a:lvl1pPr>
          </a:lstStyle>
          <a:p>
            <a:r>
              <a:rPr lang="en-GB"/>
              <a:t>Click to edit Master title style</a:t>
            </a:r>
            <a:endParaRPr lang="en-AU" dirty="0"/>
          </a:p>
        </p:txBody>
      </p:sp>
      <p:sp>
        <p:nvSpPr>
          <p:cNvPr id="5" name="Text Placeholder 5">
            <a:extLst>
              <a:ext uri="{FF2B5EF4-FFF2-40B4-BE49-F238E27FC236}">
                <a16:creationId xmlns:a16="http://schemas.microsoft.com/office/drawing/2014/main" id="{E86FE995-3B5D-9762-9039-0BBDE09B5AFC}"/>
              </a:ext>
            </a:extLst>
          </p:cNvPr>
          <p:cNvSpPr>
            <a:spLocks noGrp="1"/>
          </p:cNvSpPr>
          <p:nvPr>
            <p:ph type="body" sz="quarter" idx="31" hasCustomPrompt="1"/>
          </p:nvPr>
        </p:nvSpPr>
        <p:spPr>
          <a:xfrm>
            <a:off x="479424" y="1573248"/>
            <a:ext cx="8928943" cy="506132"/>
          </a:xfrm>
          <a:prstGeom prst="rect">
            <a:avLst/>
          </a:prstGeom>
        </p:spPr>
        <p:txBody>
          <a:bodyPr>
            <a:noAutofit/>
          </a:bodyPr>
          <a:lstStyle>
            <a:lvl1pPr>
              <a:lnSpc>
                <a:spcPct val="100000"/>
              </a:lnSpc>
              <a:defRPr sz="1600" b="1">
                <a:solidFill>
                  <a:schemeClr val="tx2"/>
                </a:solidFill>
              </a:defRPr>
            </a:lvl1pPr>
            <a:lvl2pPr marL="612" indent="0">
              <a:buNone/>
              <a:defRPr/>
            </a:lvl2pPr>
          </a:lstStyle>
          <a:p>
            <a:pPr lvl="0"/>
            <a:r>
              <a:rPr lang="en-US" dirty="0"/>
              <a:t>[Subtitle]</a:t>
            </a:r>
          </a:p>
        </p:txBody>
      </p:sp>
      <p:sp>
        <p:nvSpPr>
          <p:cNvPr id="12" name="Content Placeholder 9">
            <a:extLst>
              <a:ext uri="{FF2B5EF4-FFF2-40B4-BE49-F238E27FC236}">
                <a16:creationId xmlns:a16="http://schemas.microsoft.com/office/drawing/2014/main" id="{996A8804-7F42-E0AD-5EA9-31B3BD29CF8B}"/>
              </a:ext>
            </a:extLst>
          </p:cNvPr>
          <p:cNvSpPr>
            <a:spLocks noGrp="1"/>
          </p:cNvSpPr>
          <p:nvPr>
            <p:ph sz="quarter" idx="36"/>
          </p:nvPr>
        </p:nvSpPr>
        <p:spPr>
          <a:xfrm>
            <a:off x="479425" y="4426925"/>
            <a:ext cx="5399092" cy="1965864"/>
          </a:xfrm>
          <a:prstGeom prst="rect">
            <a:avLst/>
          </a:prstGeom>
        </p:spPr>
        <p:txBody>
          <a:bodyPr vert="horz" lIns="0" tIns="0" rIns="0" bIns="0" rtlCol="0">
            <a:noAutofit/>
          </a:bodyPr>
          <a:lstStyle>
            <a:lvl1pPr>
              <a:lnSpc>
                <a:spcPct val="100000"/>
              </a:lnSpc>
              <a:spcAft>
                <a:spcPts val="1200"/>
              </a:spcAft>
              <a:defRPr lang="en-US" sz="1600" dirty="0"/>
            </a:lvl1pPr>
            <a:lvl2pPr>
              <a:lnSpc>
                <a:spcPct val="100000"/>
              </a:lnSpc>
              <a:spcAft>
                <a:spcPts val="600"/>
              </a:spcAft>
              <a:defRPr lang="en-US" sz="1400" dirty="0"/>
            </a:lvl2pPr>
            <a:lvl3pPr>
              <a:lnSpc>
                <a:spcPct val="100000"/>
              </a:lnSpc>
              <a:spcAft>
                <a:spcPts val="600"/>
              </a:spcAft>
              <a:defRPr lang="en-US" sz="1400" dirty="0"/>
            </a:lvl3pPr>
            <a:lvl4pPr>
              <a:lnSpc>
                <a:spcPct val="100000"/>
              </a:lnSpc>
              <a:spcAft>
                <a:spcPts val="600"/>
              </a:spcAft>
              <a:defRPr lang="en-US" sz="1400" dirty="0"/>
            </a:lvl4pPr>
            <a:lvl5pPr>
              <a:lnSpc>
                <a:spcPct val="100000"/>
              </a:lnSpc>
              <a:spcAft>
                <a:spcPts val="600"/>
              </a:spcAft>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1601581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Quote 1">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7FE73925-D253-41CC-91DA-DAB6819CFC55}"/>
              </a:ext>
            </a:extLst>
          </p:cNvPr>
          <p:cNvSpPr>
            <a:spLocks noGrp="1"/>
          </p:cNvSpPr>
          <p:nvPr>
            <p:ph type="pic" sz="quarter" idx="10" hasCustomPrompt="1"/>
          </p:nvPr>
        </p:nvSpPr>
        <p:spPr>
          <a:xfrm>
            <a:off x="0" y="-1"/>
            <a:ext cx="12192000" cy="6381751"/>
          </a:xfrm>
          <a:prstGeom prst="rect">
            <a:avLst/>
          </a:prstGeom>
          <a:solidFill>
            <a:schemeClr val="bg1">
              <a:lumMod val="95000"/>
            </a:schemeClr>
          </a:solidFill>
        </p:spPr>
        <p:txBody>
          <a:bodyPr wrap="square" anchor="ctr" anchorCtr="0">
            <a:noAutofit/>
          </a:bodyPr>
          <a:lstStyle>
            <a:lvl1pPr algn="r">
              <a:defRPr/>
            </a:lvl1pPr>
          </a:lstStyle>
          <a:p>
            <a:r>
              <a:rPr lang="en-AU" dirty="0"/>
              <a:t>Insert image and send to back</a:t>
            </a:r>
          </a:p>
        </p:txBody>
      </p:sp>
      <p:sp>
        <p:nvSpPr>
          <p:cNvPr id="3" name="Round Single Corner of Rectangle 2">
            <a:extLst>
              <a:ext uri="{FF2B5EF4-FFF2-40B4-BE49-F238E27FC236}">
                <a16:creationId xmlns:a16="http://schemas.microsoft.com/office/drawing/2014/main" id="{399FF534-67D4-0EFF-0B99-EB851F0BE3FA}"/>
              </a:ext>
            </a:extLst>
          </p:cNvPr>
          <p:cNvSpPr/>
          <p:nvPr userDrawn="1"/>
        </p:nvSpPr>
        <p:spPr>
          <a:xfrm flipV="1">
            <a:off x="-2" y="-2"/>
            <a:ext cx="4224339" cy="4653138"/>
          </a:xfrm>
          <a:prstGeom prst="round1Rect">
            <a:avLst>
              <a:gd name="adj" fmla="val 36146"/>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220E0A63-1F9B-1571-43D9-67471477C42E}"/>
              </a:ext>
            </a:extLst>
          </p:cNvPr>
          <p:cNvSpPr>
            <a:spLocks noGrp="1"/>
          </p:cNvSpPr>
          <p:nvPr>
            <p:ph type="ftr" sz="quarter" idx="18"/>
          </p:nvPr>
        </p:nvSpPr>
        <p:spPr>
          <a:xfrm>
            <a:off x="479425" y="6381750"/>
            <a:ext cx="3744913" cy="476250"/>
          </a:xfrm>
        </p:spPr>
        <p:txBody>
          <a:bodyPr/>
          <a:lstStyle/>
          <a:p>
            <a:endParaRPr lang="en-AU" dirty="0"/>
          </a:p>
        </p:txBody>
      </p:sp>
      <p:sp>
        <p:nvSpPr>
          <p:cNvPr id="5" name="Slide Number Placeholder 9">
            <a:extLst>
              <a:ext uri="{FF2B5EF4-FFF2-40B4-BE49-F238E27FC236}">
                <a16:creationId xmlns:a16="http://schemas.microsoft.com/office/drawing/2014/main" id="{5F4232F0-4BC3-B918-E23C-ECE63CF2596D}"/>
              </a:ext>
            </a:extLst>
          </p:cNvPr>
          <p:cNvSpPr>
            <a:spLocks noGrp="1"/>
          </p:cNvSpPr>
          <p:nvPr>
            <p:ph type="sldNum" sz="quarter" idx="19"/>
          </p:nvPr>
        </p:nvSpPr>
        <p:spPr>
          <a:xfrm>
            <a:off x="11208567" y="6381750"/>
            <a:ext cx="504007" cy="476250"/>
          </a:xfrm>
        </p:spPr>
        <p:txBody>
          <a:bodyPr/>
          <a:lstStyle/>
          <a:p>
            <a:fld id="{E917DE0E-AFB1-41FD-BC35-27DB61CA125F}" type="slidenum">
              <a:rPr lang="en-AU" smtClean="0"/>
              <a:pPr/>
              <a:t>‹#›</a:t>
            </a:fld>
            <a:endParaRPr lang="en-AU" dirty="0"/>
          </a:p>
        </p:txBody>
      </p:sp>
      <p:sp>
        <p:nvSpPr>
          <p:cNvPr id="15" name="Text Placeholder 21">
            <a:extLst>
              <a:ext uri="{FF2B5EF4-FFF2-40B4-BE49-F238E27FC236}">
                <a16:creationId xmlns:a16="http://schemas.microsoft.com/office/drawing/2014/main" id="{40763F8E-28D5-4BDE-80DF-96A4787EE448}"/>
              </a:ext>
            </a:extLst>
          </p:cNvPr>
          <p:cNvSpPr>
            <a:spLocks noGrp="1"/>
          </p:cNvSpPr>
          <p:nvPr>
            <p:ph type="body" sz="quarter" idx="16" hasCustomPrompt="1"/>
          </p:nvPr>
        </p:nvSpPr>
        <p:spPr>
          <a:xfrm>
            <a:off x="479425" y="1628775"/>
            <a:ext cx="3024336" cy="1538883"/>
          </a:xfrm>
        </p:spPr>
        <p:txBody>
          <a:bodyPr vert="horz" wrap="square" lIns="0" tIns="0" rIns="0" bIns="0" rtlCol="0" anchor="b" anchorCtr="0">
            <a:spAutoFit/>
          </a:bodyPr>
          <a:lstStyle>
            <a:lvl1pPr>
              <a:defRPr lang="en-US" sz="2000" b="1" spc="25" dirty="0" smtClean="0">
                <a:solidFill>
                  <a:schemeClr val="bg1"/>
                </a:solidFill>
                <a:latin typeface="+mn-lt"/>
                <a:ea typeface="+mj-ea"/>
                <a:cs typeface="+mj-cs"/>
              </a:defRPr>
            </a:lvl1pPr>
          </a:lstStyle>
          <a:p>
            <a:pPr marL="12700" lvl="0">
              <a:lnSpc>
                <a:spcPct val="100000"/>
              </a:lnSpc>
              <a:spcBef>
                <a:spcPts val="0"/>
              </a:spcBef>
            </a:pPr>
            <a:r>
              <a:rPr lang="en-US" dirty="0" err="1"/>
              <a:t>Consectetur</a:t>
            </a:r>
            <a:r>
              <a:rPr lang="en-US" dirty="0"/>
              <a:t> </a:t>
            </a:r>
            <a:r>
              <a:rPr lang="en-US" dirty="0" err="1"/>
              <a:t>adipiscing</a:t>
            </a:r>
            <a:r>
              <a:rPr lang="en-US" dirty="0"/>
              <a:t> </a:t>
            </a:r>
            <a:r>
              <a:rPr lang="en-US" dirty="0" err="1"/>
              <a:t>elit</a:t>
            </a:r>
            <a:r>
              <a:rPr lang="en-US" dirty="0"/>
              <a:t>. </a:t>
            </a:r>
            <a:r>
              <a:rPr lang="en-US" dirty="0" err="1"/>
              <a:t>Praesent</a:t>
            </a:r>
            <a:r>
              <a:rPr lang="en-US" dirty="0"/>
              <a:t> </a:t>
            </a:r>
            <a:r>
              <a:rPr lang="en-US" dirty="0" err="1"/>
              <a:t>aliquet</a:t>
            </a:r>
            <a:r>
              <a:rPr lang="en-US" dirty="0"/>
              <a:t> </a:t>
            </a:r>
            <a:r>
              <a:rPr lang="en-US" dirty="0" err="1"/>
              <a:t>viverra</a:t>
            </a:r>
            <a:r>
              <a:rPr lang="en-US" dirty="0"/>
              <a:t> diam, </a:t>
            </a:r>
            <a:r>
              <a:rPr lang="en-US" dirty="0" err="1"/>
              <a:t>ornare</a:t>
            </a:r>
            <a:r>
              <a:rPr lang="en-US" dirty="0"/>
              <a:t> </a:t>
            </a:r>
            <a:r>
              <a:rPr lang="en-US" dirty="0" err="1"/>
              <a:t>suscipit</a:t>
            </a:r>
            <a:r>
              <a:rPr lang="en-US" dirty="0"/>
              <a:t> </a:t>
            </a:r>
            <a:r>
              <a:rPr lang="en-US" dirty="0" err="1"/>
              <a:t>turpis</a:t>
            </a:r>
            <a:r>
              <a:rPr lang="en-US" dirty="0"/>
              <a:t> </a:t>
            </a:r>
            <a:r>
              <a:rPr lang="en-US" dirty="0" err="1"/>
              <a:t>interdum</a:t>
            </a:r>
            <a:r>
              <a:rPr lang="en-US" dirty="0"/>
              <a:t> </a:t>
            </a:r>
            <a:r>
              <a:rPr lang="en-US" dirty="0" err="1"/>
              <a:t>quis</a:t>
            </a:r>
            <a:r>
              <a:rPr lang="en-US" dirty="0"/>
              <a:t> </a:t>
            </a:r>
            <a:r>
              <a:rPr lang="en-US" dirty="0" err="1"/>
              <a:t>aliquam</a:t>
            </a:r>
            <a:r>
              <a:rPr lang="en-US" dirty="0"/>
              <a:t> in </a:t>
            </a:r>
            <a:r>
              <a:rPr lang="en-US" dirty="0" err="1"/>
              <a:t>elit</a:t>
            </a:r>
            <a:r>
              <a:rPr lang="en-US" dirty="0"/>
              <a:t> </a:t>
            </a:r>
            <a:r>
              <a:rPr lang="en-US" dirty="0" err="1"/>
              <a:t>urna</a:t>
            </a:r>
            <a:endParaRPr lang="en-US" dirty="0"/>
          </a:p>
        </p:txBody>
      </p:sp>
      <p:sp>
        <p:nvSpPr>
          <p:cNvPr id="16" name="Text Placeholder 21">
            <a:extLst>
              <a:ext uri="{FF2B5EF4-FFF2-40B4-BE49-F238E27FC236}">
                <a16:creationId xmlns:a16="http://schemas.microsoft.com/office/drawing/2014/main" id="{85847EAE-4FDC-4DCA-935E-54F8FC44318E}"/>
              </a:ext>
            </a:extLst>
          </p:cNvPr>
          <p:cNvSpPr>
            <a:spLocks noGrp="1"/>
          </p:cNvSpPr>
          <p:nvPr>
            <p:ph type="body" sz="quarter" idx="17" hasCustomPrompt="1"/>
          </p:nvPr>
        </p:nvSpPr>
        <p:spPr>
          <a:xfrm>
            <a:off x="479425" y="3585038"/>
            <a:ext cx="2160191" cy="215444"/>
          </a:xfrm>
        </p:spPr>
        <p:txBody>
          <a:bodyPr vert="horz" wrap="square" lIns="0" tIns="0" rIns="0" bIns="0" rtlCol="0" anchor="t">
            <a:spAutoFit/>
          </a:bodyPr>
          <a:lstStyle>
            <a:lvl1pPr>
              <a:defRPr lang="en-US" sz="1400" b="0" spc="25" dirty="0" smtClean="0">
                <a:solidFill>
                  <a:schemeClr val="bg1"/>
                </a:solidFill>
                <a:latin typeface="+mn-lt"/>
                <a:ea typeface="+mj-ea"/>
                <a:cs typeface="+mj-cs"/>
              </a:defRPr>
            </a:lvl1pPr>
          </a:lstStyle>
          <a:p>
            <a:pPr marL="12700" lvl="0">
              <a:lnSpc>
                <a:spcPct val="100000"/>
              </a:lnSpc>
              <a:spcBef>
                <a:spcPts val="0"/>
              </a:spcBef>
            </a:pPr>
            <a:r>
              <a:rPr lang="en-US" dirty="0" err="1"/>
              <a:t>Consectetur</a:t>
            </a:r>
            <a:r>
              <a:rPr lang="en-US" dirty="0"/>
              <a:t> </a:t>
            </a:r>
            <a:r>
              <a:rPr lang="en-US" dirty="0" err="1"/>
              <a:t>adipiscing</a:t>
            </a:r>
            <a:endParaRPr lang="en-US" dirty="0"/>
          </a:p>
        </p:txBody>
      </p:sp>
    </p:spTree>
    <p:extLst>
      <p:ext uri="{BB962C8B-B14F-4D97-AF65-F5344CB8AC3E}">
        <p14:creationId xmlns:p14="http://schemas.microsoft.com/office/powerpoint/2010/main" val="27166809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7FE73925-D253-41CC-91DA-DAB6819CFC55}"/>
              </a:ext>
            </a:extLst>
          </p:cNvPr>
          <p:cNvSpPr>
            <a:spLocks noGrp="1"/>
          </p:cNvSpPr>
          <p:nvPr>
            <p:ph type="pic" sz="quarter" idx="10" hasCustomPrompt="1"/>
          </p:nvPr>
        </p:nvSpPr>
        <p:spPr>
          <a:xfrm>
            <a:off x="0" y="-1"/>
            <a:ext cx="12192000" cy="6381751"/>
          </a:xfrm>
          <a:prstGeom prst="rect">
            <a:avLst/>
          </a:prstGeom>
          <a:solidFill>
            <a:schemeClr val="bg1">
              <a:lumMod val="95000"/>
            </a:schemeClr>
          </a:solidFill>
        </p:spPr>
        <p:txBody>
          <a:bodyPr wrap="square" anchor="ctr" anchorCtr="0">
            <a:noAutofit/>
          </a:bodyPr>
          <a:lstStyle>
            <a:lvl1pPr algn="r">
              <a:defRPr/>
            </a:lvl1pPr>
          </a:lstStyle>
          <a:p>
            <a:r>
              <a:rPr lang="en-AU" dirty="0"/>
              <a:t>Insert image and send to back</a:t>
            </a:r>
          </a:p>
        </p:txBody>
      </p:sp>
      <p:sp>
        <p:nvSpPr>
          <p:cNvPr id="3" name="Round Single Corner of Rectangle 2">
            <a:extLst>
              <a:ext uri="{FF2B5EF4-FFF2-40B4-BE49-F238E27FC236}">
                <a16:creationId xmlns:a16="http://schemas.microsoft.com/office/drawing/2014/main" id="{399FF534-67D4-0EFF-0B99-EB851F0BE3FA}"/>
              </a:ext>
            </a:extLst>
          </p:cNvPr>
          <p:cNvSpPr/>
          <p:nvPr userDrawn="1"/>
        </p:nvSpPr>
        <p:spPr>
          <a:xfrm flipV="1">
            <a:off x="-2" y="-2"/>
            <a:ext cx="4224339" cy="4653138"/>
          </a:xfrm>
          <a:prstGeom prst="round1Rect">
            <a:avLst>
              <a:gd name="adj" fmla="val 3614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220E0A63-1F9B-1571-43D9-67471477C42E}"/>
              </a:ext>
            </a:extLst>
          </p:cNvPr>
          <p:cNvSpPr>
            <a:spLocks noGrp="1"/>
          </p:cNvSpPr>
          <p:nvPr>
            <p:ph type="ftr" sz="quarter" idx="18"/>
          </p:nvPr>
        </p:nvSpPr>
        <p:spPr>
          <a:xfrm>
            <a:off x="479425" y="6381750"/>
            <a:ext cx="3744913" cy="476250"/>
          </a:xfrm>
        </p:spPr>
        <p:txBody>
          <a:bodyPr/>
          <a:lstStyle/>
          <a:p>
            <a:endParaRPr lang="en-AU" dirty="0"/>
          </a:p>
        </p:txBody>
      </p:sp>
      <p:sp>
        <p:nvSpPr>
          <p:cNvPr id="5" name="Slide Number Placeholder 9">
            <a:extLst>
              <a:ext uri="{FF2B5EF4-FFF2-40B4-BE49-F238E27FC236}">
                <a16:creationId xmlns:a16="http://schemas.microsoft.com/office/drawing/2014/main" id="{5F4232F0-4BC3-B918-E23C-ECE63CF2596D}"/>
              </a:ext>
            </a:extLst>
          </p:cNvPr>
          <p:cNvSpPr>
            <a:spLocks noGrp="1"/>
          </p:cNvSpPr>
          <p:nvPr>
            <p:ph type="sldNum" sz="quarter" idx="19"/>
          </p:nvPr>
        </p:nvSpPr>
        <p:spPr>
          <a:xfrm>
            <a:off x="11208567" y="6381750"/>
            <a:ext cx="504007" cy="476250"/>
          </a:xfrm>
        </p:spPr>
        <p:txBody>
          <a:bodyPr/>
          <a:lstStyle/>
          <a:p>
            <a:fld id="{E917DE0E-AFB1-41FD-BC35-27DB61CA125F}" type="slidenum">
              <a:rPr lang="en-AU" smtClean="0"/>
              <a:pPr/>
              <a:t>‹#›</a:t>
            </a:fld>
            <a:endParaRPr lang="en-AU" dirty="0"/>
          </a:p>
        </p:txBody>
      </p:sp>
      <p:sp>
        <p:nvSpPr>
          <p:cNvPr id="15" name="Text Placeholder 21">
            <a:extLst>
              <a:ext uri="{FF2B5EF4-FFF2-40B4-BE49-F238E27FC236}">
                <a16:creationId xmlns:a16="http://schemas.microsoft.com/office/drawing/2014/main" id="{40763F8E-28D5-4BDE-80DF-96A4787EE448}"/>
              </a:ext>
            </a:extLst>
          </p:cNvPr>
          <p:cNvSpPr>
            <a:spLocks noGrp="1"/>
          </p:cNvSpPr>
          <p:nvPr>
            <p:ph type="body" sz="quarter" idx="16" hasCustomPrompt="1"/>
          </p:nvPr>
        </p:nvSpPr>
        <p:spPr>
          <a:xfrm>
            <a:off x="479425" y="1628775"/>
            <a:ext cx="3024336" cy="1538883"/>
          </a:xfrm>
        </p:spPr>
        <p:txBody>
          <a:bodyPr vert="horz" wrap="square" lIns="0" tIns="0" rIns="0" bIns="0" rtlCol="0" anchor="b" anchorCtr="0">
            <a:spAutoFit/>
          </a:bodyPr>
          <a:lstStyle>
            <a:lvl1pPr>
              <a:defRPr lang="en-US" sz="2000" b="1" spc="25" dirty="0" smtClean="0">
                <a:solidFill>
                  <a:schemeClr val="accent1"/>
                </a:solidFill>
                <a:latin typeface="+mn-lt"/>
                <a:ea typeface="+mj-ea"/>
                <a:cs typeface="+mj-cs"/>
              </a:defRPr>
            </a:lvl1pPr>
          </a:lstStyle>
          <a:p>
            <a:pPr marL="12700" lvl="0">
              <a:lnSpc>
                <a:spcPct val="100000"/>
              </a:lnSpc>
              <a:spcBef>
                <a:spcPts val="0"/>
              </a:spcBef>
            </a:pPr>
            <a:r>
              <a:rPr lang="en-US" dirty="0" err="1"/>
              <a:t>Consectetur</a:t>
            </a:r>
            <a:r>
              <a:rPr lang="en-US" dirty="0"/>
              <a:t> </a:t>
            </a:r>
            <a:r>
              <a:rPr lang="en-US" dirty="0" err="1"/>
              <a:t>adipiscing</a:t>
            </a:r>
            <a:r>
              <a:rPr lang="en-US" dirty="0"/>
              <a:t> </a:t>
            </a:r>
            <a:r>
              <a:rPr lang="en-US" dirty="0" err="1"/>
              <a:t>elit</a:t>
            </a:r>
            <a:r>
              <a:rPr lang="en-US" dirty="0"/>
              <a:t>. </a:t>
            </a:r>
            <a:r>
              <a:rPr lang="en-US" dirty="0" err="1"/>
              <a:t>Praesent</a:t>
            </a:r>
            <a:r>
              <a:rPr lang="en-US" dirty="0"/>
              <a:t> </a:t>
            </a:r>
            <a:r>
              <a:rPr lang="en-US" dirty="0" err="1"/>
              <a:t>aliquet</a:t>
            </a:r>
            <a:r>
              <a:rPr lang="en-US" dirty="0"/>
              <a:t> </a:t>
            </a:r>
            <a:r>
              <a:rPr lang="en-US" dirty="0" err="1"/>
              <a:t>viverra</a:t>
            </a:r>
            <a:r>
              <a:rPr lang="en-US" dirty="0"/>
              <a:t> diam, </a:t>
            </a:r>
            <a:r>
              <a:rPr lang="en-US" dirty="0" err="1"/>
              <a:t>ornare</a:t>
            </a:r>
            <a:r>
              <a:rPr lang="en-US" dirty="0"/>
              <a:t> </a:t>
            </a:r>
            <a:r>
              <a:rPr lang="en-US" dirty="0" err="1"/>
              <a:t>suscipit</a:t>
            </a:r>
            <a:r>
              <a:rPr lang="en-US" dirty="0"/>
              <a:t> </a:t>
            </a:r>
            <a:r>
              <a:rPr lang="en-US" dirty="0" err="1"/>
              <a:t>turpis</a:t>
            </a:r>
            <a:r>
              <a:rPr lang="en-US" dirty="0"/>
              <a:t> </a:t>
            </a:r>
            <a:r>
              <a:rPr lang="en-US" dirty="0" err="1"/>
              <a:t>interdum</a:t>
            </a:r>
            <a:r>
              <a:rPr lang="en-US" dirty="0"/>
              <a:t> </a:t>
            </a:r>
            <a:r>
              <a:rPr lang="en-US" dirty="0" err="1"/>
              <a:t>quis</a:t>
            </a:r>
            <a:r>
              <a:rPr lang="en-US" dirty="0"/>
              <a:t> </a:t>
            </a:r>
            <a:r>
              <a:rPr lang="en-US" dirty="0" err="1"/>
              <a:t>aliquam</a:t>
            </a:r>
            <a:r>
              <a:rPr lang="en-US" dirty="0"/>
              <a:t> in </a:t>
            </a:r>
            <a:r>
              <a:rPr lang="en-US" dirty="0" err="1"/>
              <a:t>elit</a:t>
            </a:r>
            <a:r>
              <a:rPr lang="en-US" dirty="0"/>
              <a:t> </a:t>
            </a:r>
            <a:r>
              <a:rPr lang="en-US" dirty="0" err="1"/>
              <a:t>urna</a:t>
            </a:r>
            <a:endParaRPr lang="en-US" dirty="0"/>
          </a:p>
        </p:txBody>
      </p:sp>
      <p:sp>
        <p:nvSpPr>
          <p:cNvPr id="16" name="Text Placeholder 21">
            <a:extLst>
              <a:ext uri="{FF2B5EF4-FFF2-40B4-BE49-F238E27FC236}">
                <a16:creationId xmlns:a16="http://schemas.microsoft.com/office/drawing/2014/main" id="{85847EAE-4FDC-4DCA-935E-54F8FC44318E}"/>
              </a:ext>
            </a:extLst>
          </p:cNvPr>
          <p:cNvSpPr>
            <a:spLocks noGrp="1"/>
          </p:cNvSpPr>
          <p:nvPr>
            <p:ph type="body" sz="quarter" idx="17" hasCustomPrompt="1"/>
          </p:nvPr>
        </p:nvSpPr>
        <p:spPr>
          <a:xfrm>
            <a:off x="479425" y="3585038"/>
            <a:ext cx="2160191" cy="215444"/>
          </a:xfrm>
        </p:spPr>
        <p:txBody>
          <a:bodyPr vert="horz" wrap="square" lIns="0" tIns="0" rIns="0" bIns="0" rtlCol="0" anchor="t">
            <a:spAutoFit/>
          </a:bodyPr>
          <a:lstStyle>
            <a:lvl1pPr>
              <a:defRPr lang="en-US" sz="1400" b="0" spc="25" dirty="0" smtClean="0">
                <a:solidFill>
                  <a:schemeClr val="accent1"/>
                </a:solidFill>
                <a:latin typeface="+mn-lt"/>
                <a:ea typeface="+mj-ea"/>
                <a:cs typeface="+mj-cs"/>
              </a:defRPr>
            </a:lvl1pPr>
          </a:lstStyle>
          <a:p>
            <a:pPr marL="12700" lvl="0">
              <a:lnSpc>
                <a:spcPct val="100000"/>
              </a:lnSpc>
              <a:spcBef>
                <a:spcPts val="0"/>
              </a:spcBef>
            </a:pPr>
            <a:r>
              <a:rPr lang="en-US" dirty="0" err="1"/>
              <a:t>Consectetur</a:t>
            </a:r>
            <a:r>
              <a:rPr lang="en-US" dirty="0"/>
              <a:t> </a:t>
            </a:r>
            <a:r>
              <a:rPr lang="en-US" dirty="0" err="1"/>
              <a:t>adipiscing</a:t>
            </a:r>
            <a:endParaRPr lang="en-US" dirty="0"/>
          </a:p>
        </p:txBody>
      </p:sp>
    </p:spTree>
    <p:extLst>
      <p:ext uri="{BB962C8B-B14F-4D97-AF65-F5344CB8AC3E}">
        <p14:creationId xmlns:p14="http://schemas.microsoft.com/office/powerpoint/2010/main" val="172940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307EFFC-A8F6-46B6-82DB-6FB3399678B7}"/>
              </a:ext>
            </a:extLst>
          </p:cNvPr>
          <p:cNvSpPr>
            <a:spLocks noGrp="1"/>
          </p:cNvSpPr>
          <p:nvPr>
            <p:ph type="ftr" sz="quarter" idx="17"/>
          </p:nvPr>
        </p:nvSpPr>
        <p:spPr/>
        <p:txBody>
          <a:bodyPr/>
          <a:lstStyle/>
          <a:p>
            <a:endParaRPr lang="en-AU" dirty="0"/>
          </a:p>
        </p:txBody>
      </p:sp>
      <p:sp>
        <p:nvSpPr>
          <p:cNvPr id="10" name="Slide Number Placeholder 9">
            <a:extLst>
              <a:ext uri="{FF2B5EF4-FFF2-40B4-BE49-F238E27FC236}">
                <a16:creationId xmlns:a16="http://schemas.microsoft.com/office/drawing/2014/main" id="{11037509-88E8-46BB-B6E5-FC65A58ADE60}"/>
              </a:ext>
            </a:extLst>
          </p:cNvPr>
          <p:cNvSpPr>
            <a:spLocks noGrp="1"/>
          </p:cNvSpPr>
          <p:nvPr>
            <p:ph type="sldNum" sz="quarter" idx="18"/>
          </p:nvPr>
        </p:nvSpPr>
        <p:spPr/>
        <p:txBody>
          <a:bodyPr/>
          <a:lstStyle/>
          <a:p>
            <a:fld id="{E917DE0E-AFB1-41FD-BC35-27DB61CA125F}" type="slidenum">
              <a:rPr lang="en-AU" smtClean="0"/>
              <a:pPr/>
              <a:t>‹#›</a:t>
            </a:fld>
            <a:endParaRPr lang="en-AU" dirty="0"/>
          </a:p>
        </p:txBody>
      </p:sp>
      <p:sp>
        <p:nvSpPr>
          <p:cNvPr id="5" name="Table Placeholder 4">
            <a:extLst>
              <a:ext uri="{FF2B5EF4-FFF2-40B4-BE49-F238E27FC236}">
                <a16:creationId xmlns:a16="http://schemas.microsoft.com/office/drawing/2014/main" id="{0D5A62B6-F116-49B4-8113-732AC813C248}"/>
              </a:ext>
            </a:extLst>
          </p:cNvPr>
          <p:cNvSpPr>
            <a:spLocks noGrp="1"/>
          </p:cNvSpPr>
          <p:nvPr>
            <p:ph type="tbl" sz="quarter" idx="19"/>
          </p:nvPr>
        </p:nvSpPr>
        <p:spPr>
          <a:xfrm>
            <a:off x="480356" y="2240725"/>
            <a:ext cx="11228570" cy="4141025"/>
          </a:xfrm>
        </p:spPr>
        <p:txBody>
          <a:bodyPr/>
          <a:lstStyle>
            <a:lvl1pPr>
              <a:defRPr>
                <a:solidFill>
                  <a:schemeClr val="bg1"/>
                </a:solidFill>
              </a:defRPr>
            </a:lvl1pPr>
          </a:lstStyle>
          <a:p>
            <a:r>
              <a:rPr lang="en-GB"/>
              <a:t>Click icon to add table</a:t>
            </a:r>
            <a:endParaRPr lang="en-AU"/>
          </a:p>
        </p:txBody>
      </p:sp>
      <p:sp>
        <p:nvSpPr>
          <p:cNvPr id="7" name="Title 3">
            <a:extLst>
              <a:ext uri="{FF2B5EF4-FFF2-40B4-BE49-F238E27FC236}">
                <a16:creationId xmlns:a16="http://schemas.microsoft.com/office/drawing/2014/main" id="{C298BCD9-9C21-56E1-7707-F77B44BB3777}"/>
              </a:ext>
            </a:extLst>
          </p:cNvPr>
          <p:cNvSpPr>
            <a:spLocks noGrp="1"/>
          </p:cNvSpPr>
          <p:nvPr>
            <p:ph type="title"/>
          </p:nvPr>
        </p:nvSpPr>
        <p:spPr>
          <a:xfrm>
            <a:off x="479424" y="895344"/>
            <a:ext cx="8928943" cy="469056"/>
          </a:xfrm>
        </p:spPr>
        <p:txBody>
          <a:bodyPr/>
          <a:lstStyle>
            <a:lvl1pPr>
              <a:defRPr sz="3600"/>
            </a:lvl1pPr>
          </a:lstStyle>
          <a:p>
            <a:r>
              <a:rPr lang="en-GB"/>
              <a:t>Click to edit Master title style</a:t>
            </a:r>
            <a:endParaRPr lang="en-AU" dirty="0"/>
          </a:p>
        </p:txBody>
      </p:sp>
      <p:sp>
        <p:nvSpPr>
          <p:cNvPr id="8" name="Text Placeholder 5">
            <a:extLst>
              <a:ext uri="{FF2B5EF4-FFF2-40B4-BE49-F238E27FC236}">
                <a16:creationId xmlns:a16="http://schemas.microsoft.com/office/drawing/2014/main" id="{D77B2126-C11C-FA39-C0A6-D201513ACEBF}"/>
              </a:ext>
            </a:extLst>
          </p:cNvPr>
          <p:cNvSpPr>
            <a:spLocks noGrp="1"/>
          </p:cNvSpPr>
          <p:nvPr>
            <p:ph type="body" sz="quarter" idx="31" hasCustomPrompt="1"/>
          </p:nvPr>
        </p:nvSpPr>
        <p:spPr>
          <a:xfrm>
            <a:off x="479424" y="1573248"/>
            <a:ext cx="8928943" cy="506132"/>
          </a:xfrm>
          <a:prstGeom prst="rect">
            <a:avLst/>
          </a:prstGeom>
        </p:spPr>
        <p:txBody>
          <a:bodyPr>
            <a:noAutofit/>
          </a:bodyPr>
          <a:lstStyle>
            <a:lvl1pPr>
              <a:lnSpc>
                <a:spcPct val="100000"/>
              </a:lnSpc>
              <a:defRPr sz="1600" b="1">
                <a:solidFill>
                  <a:schemeClr val="tx2"/>
                </a:solidFill>
              </a:defRPr>
            </a:lvl1pPr>
            <a:lvl2pPr marL="612" indent="0">
              <a:buNone/>
              <a:defRPr/>
            </a:lvl2pPr>
          </a:lstStyle>
          <a:p>
            <a:pPr lvl="0"/>
            <a:r>
              <a:rPr lang="en-US" dirty="0"/>
              <a:t>[Subtitle]</a:t>
            </a:r>
          </a:p>
        </p:txBody>
      </p:sp>
    </p:spTree>
    <p:extLst>
      <p:ext uri="{BB962C8B-B14F-4D97-AF65-F5344CB8AC3E}">
        <p14:creationId xmlns:p14="http://schemas.microsoft.com/office/powerpoint/2010/main" val="1604776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Image collag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2B02A2A-B474-483E-8BA0-6F967ADE9726}"/>
              </a:ext>
            </a:extLst>
          </p:cNvPr>
          <p:cNvSpPr>
            <a:spLocks noGrp="1"/>
          </p:cNvSpPr>
          <p:nvPr>
            <p:ph type="ftr" sz="quarter" idx="10"/>
          </p:nvPr>
        </p:nvSpPr>
        <p:spPr/>
        <p:txBody>
          <a:bodyPr/>
          <a:lstStyle/>
          <a:p>
            <a:endParaRPr lang="en-AU" dirty="0"/>
          </a:p>
        </p:txBody>
      </p:sp>
      <p:sp>
        <p:nvSpPr>
          <p:cNvPr id="4" name="Slide Number Placeholder 3">
            <a:extLst>
              <a:ext uri="{FF2B5EF4-FFF2-40B4-BE49-F238E27FC236}">
                <a16:creationId xmlns:a16="http://schemas.microsoft.com/office/drawing/2014/main" id="{1C168D10-C8CC-42E5-BF51-D9C5BB3F450E}"/>
              </a:ext>
            </a:extLst>
          </p:cNvPr>
          <p:cNvSpPr>
            <a:spLocks noGrp="1"/>
          </p:cNvSpPr>
          <p:nvPr>
            <p:ph type="sldNum" sz="quarter" idx="11"/>
          </p:nvPr>
        </p:nvSpPr>
        <p:spPr/>
        <p:txBody>
          <a:bodyPr/>
          <a:lstStyle/>
          <a:p>
            <a:fld id="{E917DE0E-AFB1-41FD-BC35-27DB61CA125F}" type="slidenum">
              <a:rPr lang="en-AU" smtClean="0"/>
              <a:pPr/>
              <a:t>‹#›</a:t>
            </a:fld>
            <a:endParaRPr lang="en-AU" dirty="0"/>
          </a:p>
        </p:txBody>
      </p:sp>
      <p:sp>
        <p:nvSpPr>
          <p:cNvPr id="14" name="Picture Placeholder 21">
            <a:extLst>
              <a:ext uri="{FF2B5EF4-FFF2-40B4-BE49-F238E27FC236}">
                <a16:creationId xmlns:a16="http://schemas.microsoft.com/office/drawing/2014/main" id="{FEDE633B-2FE4-48AB-9CD1-2A1EB093AF9E}"/>
              </a:ext>
            </a:extLst>
          </p:cNvPr>
          <p:cNvSpPr>
            <a:spLocks noGrp="1"/>
          </p:cNvSpPr>
          <p:nvPr>
            <p:ph type="pic" sz="quarter" idx="14"/>
          </p:nvPr>
        </p:nvSpPr>
        <p:spPr>
          <a:xfrm>
            <a:off x="3996026" y="3108744"/>
            <a:ext cx="2304000" cy="3272400"/>
          </a:xfrm>
          <a:solidFill>
            <a:schemeClr val="bg1">
              <a:lumMod val="95000"/>
            </a:schemeClr>
          </a:solidFill>
        </p:spPr>
        <p:txBody>
          <a:bodyPr/>
          <a:lstStyle/>
          <a:p>
            <a:r>
              <a:rPr lang="en-GB"/>
              <a:t>Click icon to add picture</a:t>
            </a:r>
            <a:endParaRPr lang="en-US" dirty="0"/>
          </a:p>
        </p:txBody>
      </p:sp>
      <p:sp>
        <p:nvSpPr>
          <p:cNvPr id="19" name="Rectangle 18">
            <a:extLst>
              <a:ext uri="{FF2B5EF4-FFF2-40B4-BE49-F238E27FC236}">
                <a16:creationId xmlns:a16="http://schemas.microsoft.com/office/drawing/2014/main" id="{380F20EE-FF0D-49B8-9D8F-6FF4988FD153}"/>
              </a:ext>
            </a:extLst>
          </p:cNvPr>
          <p:cNvSpPr/>
          <p:nvPr userDrawn="1"/>
        </p:nvSpPr>
        <p:spPr>
          <a:xfrm>
            <a:off x="479425" y="1381104"/>
            <a:ext cx="3442433" cy="5000040"/>
          </a:xfrm>
          <a:prstGeom prst="rect">
            <a:avLst/>
          </a:prstGeom>
          <a:gradFill flip="none" rotWithShape="1">
            <a:gsLst>
              <a:gs pos="38000">
                <a:schemeClr val="accent1"/>
              </a:gs>
              <a:gs pos="0">
                <a:schemeClr val="accent2"/>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Picture Placeholder 21">
            <a:extLst>
              <a:ext uri="{FF2B5EF4-FFF2-40B4-BE49-F238E27FC236}">
                <a16:creationId xmlns:a16="http://schemas.microsoft.com/office/drawing/2014/main" id="{BDF2E1FE-5917-4797-9E49-44EFF2621531}"/>
              </a:ext>
            </a:extLst>
          </p:cNvPr>
          <p:cNvSpPr>
            <a:spLocks noGrp="1"/>
          </p:cNvSpPr>
          <p:nvPr>
            <p:ph type="pic" sz="quarter" idx="21"/>
          </p:nvPr>
        </p:nvSpPr>
        <p:spPr>
          <a:xfrm>
            <a:off x="6372290" y="1381104"/>
            <a:ext cx="2301456" cy="3272400"/>
          </a:xfrm>
          <a:solidFill>
            <a:schemeClr val="bg1">
              <a:lumMod val="95000"/>
            </a:schemeClr>
          </a:solidFill>
        </p:spPr>
        <p:txBody>
          <a:bodyPr/>
          <a:lstStyle/>
          <a:p>
            <a:r>
              <a:rPr lang="en-GB"/>
              <a:t>Click icon to add picture</a:t>
            </a:r>
            <a:endParaRPr lang="en-US" dirty="0"/>
          </a:p>
        </p:txBody>
      </p:sp>
      <p:sp>
        <p:nvSpPr>
          <p:cNvPr id="21" name="Title 20">
            <a:extLst>
              <a:ext uri="{FF2B5EF4-FFF2-40B4-BE49-F238E27FC236}">
                <a16:creationId xmlns:a16="http://schemas.microsoft.com/office/drawing/2014/main" id="{B3DC9EC2-22B3-4E80-AE40-B61675B3E917}"/>
              </a:ext>
            </a:extLst>
          </p:cNvPr>
          <p:cNvSpPr>
            <a:spLocks noGrp="1"/>
          </p:cNvSpPr>
          <p:nvPr>
            <p:ph type="title"/>
          </p:nvPr>
        </p:nvSpPr>
        <p:spPr>
          <a:xfrm>
            <a:off x="767408" y="1700734"/>
            <a:ext cx="2952328" cy="1728266"/>
          </a:xfrm>
        </p:spPr>
        <p:txBody>
          <a:bodyPr/>
          <a:lstStyle>
            <a:lvl1pPr>
              <a:defRPr sz="3600">
                <a:solidFill>
                  <a:schemeClr val="bg1"/>
                </a:solidFill>
              </a:defRPr>
            </a:lvl1pPr>
          </a:lstStyle>
          <a:p>
            <a:r>
              <a:rPr lang="en-GB"/>
              <a:t>Click to edit Master title style</a:t>
            </a:r>
            <a:endParaRPr lang="en-AU" dirty="0"/>
          </a:p>
        </p:txBody>
      </p:sp>
      <p:sp>
        <p:nvSpPr>
          <p:cNvPr id="24" name="Text Placeholder 23">
            <a:extLst>
              <a:ext uri="{FF2B5EF4-FFF2-40B4-BE49-F238E27FC236}">
                <a16:creationId xmlns:a16="http://schemas.microsoft.com/office/drawing/2014/main" id="{6C6F5E5E-0BED-4A63-B208-AD4730EC3FFC}"/>
              </a:ext>
            </a:extLst>
          </p:cNvPr>
          <p:cNvSpPr>
            <a:spLocks noGrp="1"/>
          </p:cNvSpPr>
          <p:nvPr>
            <p:ph type="body" sz="quarter" idx="38" hasCustomPrompt="1"/>
          </p:nvPr>
        </p:nvSpPr>
        <p:spPr>
          <a:xfrm>
            <a:off x="767408" y="5553582"/>
            <a:ext cx="2808312" cy="493277"/>
          </a:xfrm>
        </p:spPr>
        <p:txBody>
          <a:bodyPr vert="horz" wrap="square" lIns="0" tIns="0" rIns="0" bIns="0" rtlCol="0" anchor="t">
            <a:spAutoFit/>
          </a:bodyPr>
          <a:lstStyle>
            <a:lvl1pPr>
              <a:defRPr lang="en-US" b="0" spc="25" smtClean="0">
                <a:solidFill>
                  <a:schemeClr val="bg1"/>
                </a:solidFill>
                <a:latin typeface="+mn-lt"/>
                <a:ea typeface="+mj-ea"/>
                <a:cs typeface="+mj-cs"/>
              </a:defRPr>
            </a:lvl1pPr>
            <a:lvl2pPr>
              <a:defRPr lang="en-US" sz="1800" smtClean="0">
                <a:latin typeface="+mn-lt"/>
              </a:defRPr>
            </a:lvl2pPr>
            <a:lvl3pPr>
              <a:defRPr lang="en-US" sz="1800" smtClean="0">
                <a:latin typeface="+mn-lt"/>
              </a:defRPr>
            </a:lvl3pPr>
            <a:lvl4pPr>
              <a:defRPr lang="en-US" sz="1800" smtClean="0">
                <a:latin typeface="+mn-lt"/>
              </a:defRPr>
            </a:lvl4pPr>
            <a:lvl5pPr>
              <a:defRPr lang="en-AU" sz="1800">
                <a:latin typeface="+mn-lt"/>
              </a:defRPr>
            </a:lvl5pPr>
          </a:lstStyle>
          <a:p>
            <a:pPr marL="12700" lvl="0">
              <a:lnSpc>
                <a:spcPct val="120000"/>
              </a:lnSpc>
              <a:spcBef>
                <a:spcPts val="0"/>
              </a:spcBef>
            </a:pPr>
            <a:r>
              <a:rPr lang="en-US" dirty="0" err="1"/>
              <a:t>Consectetur</a:t>
            </a:r>
            <a:r>
              <a:rPr lang="en-US" dirty="0"/>
              <a:t> </a:t>
            </a:r>
            <a:r>
              <a:rPr lang="en-US" dirty="0" err="1"/>
              <a:t>adipiscing</a:t>
            </a:r>
            <a:r>
              <a:rPr lang="en-US" dirty="0"/>
              <a:t> </a:t>
            </a:r>
            <a:r>
              <a:rPr lang="en-US" dirty="0" err="1"/>
              <a:t>elit</a:t>
            </a:r>
            <a:r>
              <a:rPr lang="en-US" dirty="0"/>
              <a:t>. </a:t>
            </a:r>
            <a:r>
              <a:rPr lang="en-US" dirty="0" err="1"/>
              <a:t>Praesent</a:t>
            </a:r>
            <a:r>
              <a:rPr lang="en-US" dirty="0"/>
              <a:t> </a:t>
            </a:r>
            <a:r>
              <a:rPr lang="en-US" dirty="0" err="1"/>
              <a:t>aliquet</a:t>
            </a:r>
            <a:r>
              <a:rPr lang="en-US" dirty="0"/>
              <a:t> </a:t>
            </a:r>
            <a:r>
              <a:rPr lang="en-US" dirty="0" err="1"/>
              <a:t>viverra</a:t>
            </a:r>
            <a:r>
              <a:rPr lang="en-US" dirty="0"/>
              <a:t> diam</a:t>
            </a:r>
          </a:p>
        </p:txBody>
      </p:sp>
      <p:sp>
        <p:nvSpPr>
          <p:cNvPr id="23" name="Picture Placeholder 21">
            <a:extLst>
              <a:ext uri="{FF2B5EF4-FFF2-40B4-BE49-F238E27FC236}">
                <a16:creationId xmlns:a16="http://schemas.microsoft.com/office/drawing/2014/main" id="{4D4DB864-F519-D798-00B8-776A89ECC33A}"/>
              </a:ext>
            </a:extLst>
          </p:cNvPr>
          <p:cNvSpPr>
            <a:spLocks noGrp="1"/>
          </p:cNvSpPr>
          <p:nvPr>
            <p:ph type="pic" sz="quarter" idx="39"/>
          </p:nvPr>
        </p:nvSpPr>
        <p:spPr>
          <a:xfrm>
            <a:off x="3996026" y="1381104"/>
            <a:ext cx="2304000" cy="1656000"/>
          </a:xfrm>
          <a:solidFill>
            <a:schemeClr val="bg1">
              <a:lumMod val="95000"/>
            </a:schemeClr>
          </a:solidFill>
        </p:spPr>
        <p:txBody>
          <a:bodyPr/>
          <a:lstStyle/>
          <a:p>
            <a:r>
              <a:rPr lang="en-GB"/>
              <a:t>Click icon to add picture</a:t>
            </a:r>
            <a:endParaRPr lang="en-US"/>
          </a:p>
        </p:txBody>
      </p:sp>
      <p:sp>
        <p:nvSpPr>
          <p:cNvPr id="13" name="Picture Placeholder 21">
            <a:extLst>
              <a:ext uri="{FF2B5EF4-FFF2-40B4-BE49-F238E27FC236}">
                <a16:creationId xmlns:a16="http://schemas.microsoft.com/office/drawing/2014/main" id="{C0A41928-C063-9695-DECC-1289A16CF3FE}"/>
              </a:ext>
            </a:extLst>
          </p:cNvPr>
          <p:cNvSpPr>
            <a:spLocks noGrp="1"/>
          </p:cNvSpPr>
          <p:nvPr>
            <p:ph type="pic" sz="quarter" idx="40"/>
          </p:nvPr>
        </p:nvSpPr>
        <p:spPr>
          <a:xfrm>
            <a:off x="6372290" y="4725144"/>
            <a:ext cx="2301456" cy="1656000"/>
          </a:xfrm>
          <a:solidFill>
            <a:schemeClr val="bg1">
              <a:lumMod val="95000"/>
            </a:schemeClr>
          </a:solidFill>
        </p:spPr>
        <p:txBody>
          <a:bodyPr/>
          <a:lstStyle/>
          <a:p>
            <a:r>
              <a:rPr lang="en-GB"/>
              <a:t>Click icon to add picture</a:t>
            </a:r>
            <a:endParaRPr lang="en-US" dirty="0"/>
          </a:p>
        </p:txBody>
      </p:sp>
      <p:sp>
        <p:nvSpPr>
          <p:cNvPr id="15" name="Picture Placeholder 14">
            <a:extLst>
              <a:ext uri="{FF2B5EF4-FFF2-40B4-BE49-F238E27FC236}">
                <a16:creationId xmlns:a16="http://schemas.microsoft.com/office/drawing/2014/main" id="{2C176FF6-6361-5464-4628-C711AA413326}"/>
              </a:ext>
            </a:extLst>
          </p:cNvPr>
          <p:cNvSpPr>
            <a:spLocks noGrp="1"/>
          </p:cNvSpPr>
          <p:nvPr>
            <p:ph type="pic" sz="quarter" idx="41"/>
          </p:nvPr>
        </p:nvSpPr>
        <p:spPr>
          <a:xfrm>
            <a:off x="8746010" y="1381104"/>
            <a:ext cx="2966565" cy="5000040"/>
          </a:xfrm>
          <a:custGeom>
            <a:avLst/>
            <a:gdLst>
              <a:gd name="csX0" fmla="*/ 0 w 2966565"/>
              <a:gd name="csY0" fmla="*/ 0 h 5000040"/>
              <a:gd name="csX1" fmla="*/ 2472128 w 2966565"/>
              <a:gd name="csY1" fmla="*/ 0 h 5000040"/>
              <a:gd name="csX2" fmla="*/ 2966565 w 2966565"/>
              <a:gd name="csY2" fmla="*/ 494437 h 5000040"/>
              <a:gd name="csX3" fmla="*/ 2966565 w 2966565"/>
              <a:gd name="csY3" fmla="*/ 5000040 h 5000040"/>
              <a:gd name="csX4" fmla="*/ 0 w 2966565"/>
              <a:gd name="csY4" fmla="*/ 5000040 h 5000040"/>
            </a:gdLst>
            <a:ahLst/>
            <a:cxnLst>
              <a:cxn ang="0">
                <a:pos x="csX0" y="csY0"/>
              </a:cxn>
              <a:cxn ang="0">
                <a:pos x="csX1" y="csY1"/>
              </a:cxn>
              <a:cxn ang="0">
                <a:pos x="csX2" y="csY2"/>
              </a:cxn>
              <a:cxn ang="0">
                <a:pos x="csX3" y="csY3"/>
              </a:cxn>
              <a:cxn ang="0">
                <a:pos x="csX4" y="csY4"/>
              </a:cxn>
            </a:cxnLst>
            <a:rect l="l" t="t" r="r" b="b"/>
            <a:pathLst>
              <a:path w="2966565" h="5000040">
                <a:moveTo>
                  <a:pt x="0" y="0"/>
                </a:moveTo>
                <a:lnTo>
                  <a:pt x="2472128" y="0"/>
                </a:lnTo>
                <a:cubicBezTo>
                  <a:pt x="2745198" y="0"/>
                  <a:pt x="2966565" y="221367"/>
                  <a:pt x="2966565" y="494437"/>
                </a:cubicBezTo>
                <a:lnTo>
                  <a:pt x="2966565" y="5000040"/>
                </a:lnTo>
                <a:lnTo>
                  <a:pt x="0" y="5000040"/>
                </a:lnTo>
                <a:close/>
              </a:path>
            </a:pathLst>
          </a:custGeom>
          <a:solidFill>
            <a:schemeClr val="bg1">
              <a:lumMod val="95000"/>
            </a:schemeClr>
          </a:solidFill>
        </p:spPr>
        <p:txBody>
          <a:bodyPr wrap="square">
            <a:noAutofit/>
          </a:bodyPr>
          <a:lstStyle>
            <a:lvl1pPr marL="0" marR="0" indent="0" algn="l" defTabSz="914400" rtl="0" eaLnBrk="1" fontAlgn="auto" latinLnBrk="0" hangingPunct="1">
              <a:lnSpc>
                <a:spcPct val="100000"/>
              </a:lnSpc>
              <a:spcBef>
                <a:spcPts val="300"/>
              </a:spcBef>
              <a:spcAft>
                <a:spcPts val="1200"/>
              </a:spcAft>
              <a:buClr>
                <a:schemeClr val="tx1"/>
              </a:buClr>
              <a:buSzTx/>
              <a:buFont typeface="Arial" panose="020B0604020202020204" pitchFamily="34" charset="0"/>
              <a:buNone/>
              <a:tabLst/>
              <a:defRPr/>
            </a:lvl1pPr>
          </a:lstStyle>
          <a:p>
            <a:pPr marL="0" marR="0" lvl="0" indent="0" algn="l" defTabSz="914400" rtl="0" eaLnBrk="1" fontAlgn="auto" latinLnBrk="0" hangingPunct="1">
              <a:lnSpc>
                <a:spcPct val="100000"/>
              </a:lnSpc>
              <a:spcBef>
                <a:spcPts val="300"/>
              </a:spcBef>
              <a:spcAft>
                <a:spcPts val="1200"/>
              </a:spcAft>
              <a:buClr>
                <a:schemeClr val="tx1"/>
              </a:buClr>
              <a:buSzTx/>
              <a:buFont typeface="Arial" panose="020B0604020202020204" pitchFamily="34" charset="0"/>
              <a:buNone/>
              <a:tabLst/>
              <a:defRPr/>
            </a:pPr>
            <a:r>
              <a:rPr lang="en-GB"/>
              <a:t>Click icon to add picture</a:t>
            </a:r>
            <a:endParaRPr lang="en-US" dirty="0"/>
          </a:p>
        </p:txBody>
      </p:sp>
    </p:spTree>
    <p:extLst>
      <p:ext uri="{BB962C8B-B14F-4D97-AF65-F5344CB8AC3E}">
        <p14:creationId xmlns:p14="http://schemas.microsoft.com/office/powerpoint/2010/main" val="3321325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B677706-EC87-69BB-A13C-3DBE025C784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7" name="Text Placeholder 6"/>
          <p:cNvSpPr>
            <a:spLocks noGrp="1"/>
          </p:cNvSpPr>
          <p:nvPr>
            <p:ph type="body" sz="quarter" idx="10" hasCustomPrompt="1"/>
          </p:nvPr>
        </p:nvSpPr>
        <p:spPr bwMode="white">
          <a:xfrm>
            <a:off x="479394" y="3563385"/>
            <a:ext cx="3254263" cy="307777"/>
          </a:xfrm>
          <a:prstGeom prst="rect">
            <a:avLst/>
          </a:prstGeom>
        </p:spPr>
        <p:txBody>
          <a:bodyPr vert="horz" lIns="0" tIns="0" rIns="0" bIns="0" rtlCol="0" anchor="t">
            <a:spAutoFit/>
          </a:bodyPr>
          <a:lstStyle>
            <a:lvl1pPr>
              <a:defRPr lang="en-US" sz="2000" b="0" spc="0" baseline="0" dirty="0">
                <a:solidFill>
                  <a:schemeClr val="bg1"/>
                </a:solidFill>
                <a:latin typeface="+mn-lt"/>
                <a:ea typeface="+mj-ea"/>
                <a:cs typeface="+mj-cs"/>
              </a:defRPr>
            </a:lvl1pPr>
          </a:lstStyle>
          <a:p>
            <a:pPr lvl="0">
              <a:lnSpc>
                <a:spcPct val="100000"/>
              </a:lnSpc>
              <a:spcBef>
                <a:spcPct val="0"/>
              </a:spcBef>
            </a:pPr>
            <a:r>
              <a:rPr lang="en-US" dirty="0"/>
              <a:t>Name surname</a:t>
            </a:r>
          </a:p>
        </p:txBody>
      </p:sp>
      <p:sp>
        <p:nvSpPr>
          <p:cNvPr id="27" name="Title 1">
            <a:extLst>
              <a:ext uri="{FF2B5EF4-FFF2-40B4-BE49-F238E27FC236}">
                <a16:creationId xmlns:a16="http://schemas.microsoft.com/office/drawing/2014/main" id="{257E80FD-A9E1-4484-8211-7013D6A25582}"/>
              </a:ext>
            </a:extLst>
          </p:cNvPr>
          <p:cNvSpPr>
            <a:spLocks noGrp="1"/>
          </p:cNvSpPr>
          <p:nvPr>
            <p:ph type="title" hasCustomPrompt="1"/>
          </p:nvPr>
        </p:nvSpPr>
        <p:spPr bwMode="white">
          <a:xfrm>
            <a:off x="479425" y="2568471"/>
            <a:ext cx="3192289" cy="720081"/>
          </a:xfrm>
        </p:spPr>
        <p:txBody>
          <a:bodyPr vert="horz" lIns="0" tIns="0" rIns="0" bIns="0" rtlCol="0" anchor="t" anchorCtr="0">
            <a:normAutofit/>
          </a:bodyPr>
          <a:lstStyle>
            <a:lvl1pPr>
              <a:defRPr lang="en-AU" sz="4800" spc="0" baseline="0" dirty="0">
                <a:solidFill>
                  <a:schemeClr val="bg1"/>
                </a:solidFill>
                <a:latin typeface="+mn-lt"/>
              </a:defRPr>
            </a:lvl1pPr>
          </a:lstStyle>
          <a:p>
            <a:pPr marL="0" lvl="0"/>
            <a:r>
              <a:rPr lang="en-US" dirty="0"/>
              <a:t>Contact</a:t>
            </a:r>
            <a:endParaRPr lang="en-AU" dirty="0"/>
          </a:p>
        </p:txBody>
      </p:sp>
      <p:sp>
        <p:nvSpPr>
          <p:cNvPr id="29" name="Text Placeholder 6">
            <a:extLst>
              <a:ext uri="{FF2B5EF4-FFF2-40B4-BE49-F238E27FC236}">
                <a16:creationId xmlns:a16="http://schemas.microsoft.com/office/drawing/2014/main" id="{5455254C-E52B-428E-99C5-B07B839CF2CF}"/>
              </a:ext>
            </a:extLst>
          </p:cNvPr>
          <p:cNvSpPr>
            <a:spLocks noGrp="1"/>
          </p:cNvSpPr>
          <p:nvPr>
            <p:ph type="body" sz="quarter" idx="16" hasCustomPrompt="1"/>
          </p:nvPr>
        </p:nvSpPr>
        <p:spPr bwMode="white">
          <a:xfrm>
            <a:off x="479394" y="3904257"/>
            <a:ext cx="3254263" cy="215444"/>
          </a:xfrm>
          <a:prstGeom prst="rect">
            <a:avLst/>
          </a:prstGeom>
        </p:spPr>
        <p:txBody>
          <a:bodyPr vert="horz" lIns="0" tIns="0" rIns="0" bIns="0" rtlCol="0" anchor="t">
            <a:spAutoFit/>
          </a:bodyPr>
          <a:lstStyle>
            <a:lvl1pPr>
              <a:defRPr lang="en-US" sz="1400" b="0" spc="0" baseline="0" dirty="0" smtClean="0">
                <a:solidFill>
                  <a:schemeClr val="bg1"/>
                </a:solidFill>
                <a:latin typeface="+mn-lt"/>
                <a:ea typeface="+mj-ea"/>
                <a:cs typeface="+mj-cs"/>
              </a:defRPr>
            </a:lvl1pPr>
          </a:lstStyle>
          <a:p>
            <a:pPr lvl="0">
              <a:lnSpc>
                <a:spcPct val="100000"/>
              </a:lnSpc>
              <a:spcBef>
                <a:spcPct val="0"/>
              </a:spcBef>
            </a:pPr>
            <a:r>
              <a:rPr lang="en-US" dirty="0"/>
              <a:t>Title</a:t>
            </a:r>
          </a:p>
        </p:txBody>
      </p:sp>
      <p:sp>
        <p:nvSpPr>
          <p:cNvPr id="33" name="Text Placeholder 6">
            <a:extLst>
              <a:ext uri="{FF2B5EF4-FFF2-40B4-BE49-F238E27FC236}">
                <a16:creationId xmlns:a16="http://schemas.microsoft.com/office/drawing/2014/main" id="{0C9C026C-FB6A-4A62-B08F-1942BF1B4413}"/>
              </a:ext>
            </a:extLst>
          </p:cNvPr>
          <p:cNvSpPr>
            <a:spLocks noGrp="1"/>
          </p:cNvSpPr>
          <p:nvPr>
            <p:ph type="body" sz="quarter" idx="17" hasCustomPrompt="1"/>
          </p:nvPr>
        </p:nvSpPr>
        <p:spPr bwMode="white">
          <a:xfrm>
            <a:off x="479394" y="4204989"/>
            <a:ext cx="2200924" cy="215444"/>
          </a:xfrm>
          <a:prstGeom prst="rect">
            <a:avLst/>
          </a:prstGeom>
        </p:spPr>
        <p:txBody>
          <a:bodyPr vert="horz" wrap="none" lIns="0" tIns="0" rIns="0" bIns="0" rtlCol="0" anchor="t">
            <a:spAutoFit/>
          </a:bodyPr>
          <a:lstStyle>
            <a:lvl1pPr>
              <a:defRPr lang="en-US" sz="1400" b="0" spc="0" baseline="0" dirty="0" smtClean="0">
                <a:solidFill>
                  <a:schemeClr val="bg1"/>
                </a:solidFill>
                <a:latin typeface="+mn-lt"/>
                <a:ea typeface="+mj-ea"/>
                <a:cs typeface="+mj-cs"/>
              </a:defRPr>
            </a:lvl1pPr>
          </a:lstStyle>
          <a:p>
            <a:pPr lvl="0">
              <a:lnSpc>
                <a:spcPct val="100000"/>
              </a:lnSpc>
              <a:spcBef>
                <a:spcPct val="0"/>
              </a:spcBef>
            </a:pPr>
            <a:r>
              <a:rPr lang="en-US" dirty="0"/>
              <a:t>Name.surname@uq.edu.au</a:t>
            </a:r>
          </a:p>
        </p:txBody>
      </p:sp>
      <p:sp>
        <p:nvSpPr>
          <p:cNvPr id="34" name="Text Placeholder 6">
            <a:extLst>
              <a:ext uri="{FF2B5EF4-FFF2-40B4-BE49-F238E27FC236}">
                <a16:creationId xmlns:a16="http://schemas.microsoft.com/office/drawing/2014/main" id="{B4FF2464-4B77-4CFF-BDD7-A46E59DD3256}"/>
              </a:ext>
            </a:extLst>
          </p:cNvPr>
          <p:cNvSpPr>
            <a:spLocks noGrp="1"/>
          </p:cNvSpPr>
          <p:nvPr>
            <p:ph type="body" sz="quarter" idx="18" hasCustomPrompt="1"/>
          </p:nvPr>
        </p:nvSpPr>
        <p:spPr bwMode="white">
          <a:xfrm>
            <a:off x="479394" y="4420889"/>
            <a:ext cx="1346522" cy="215444"/>
          </a:xfrm>
          <a:prstGeom prst="rect">
            <a:avLst/>
          </a:prstGeom>
        </p:spPr>
        <p:txBody>
          <a:bodyPr vert="horz" wrap="none" lIns="0" tIns="0" rIns="0" bIns="0" rtlCol="0" anchor="t">
            <a:spAutoFit/>
          </a:bodyPr>
          <a:lstStyle>
            <a:lvl1pPr>
              <a:defRPr lang="en-US" sz="1400" b="0" spc="0" baseline="0" dirty="0" smtClean="0">
                <a:solidFill>
                  <a:schemeClr val="bg1"/>
                </a:solidFill>
                <a:latin typeface="+mn-lt"/>
                <a:ea typeface="+mj-ea"/>
                <a:cs typeface="+mj-cs"/>
              </a:defRPr>
            </a:lvl1pPr>
          </a:lstStyle>
          <a:p>
            <a:pPr lvl="0">
              <a:lnSpc>
                <a:spcPct val="100000"/>
              </a:lnSpc>
              <a:spcBef>
                <a:spcPct val="0"/>
              </a:spcBef>
            </a:pPr>
            <a:r>
              <a:rPr lang="en-US" dirty="0"/>
              <a:t>+61 412 345 678</a:t>
            </a:r>
          </a:p>
        </p:txBody>
      </p:sp>
      <p:sp>
        <p:nvSpPr>
          <p:cNvPr id="3" name="Text Placeholder 5">
            <a:extLst>
              <a:ext uri="{FF2B5EF4-FFF2-40B4-BE49-F238E27FC236}">
                <a16:creationId xmlns:a16="http://schemas.microsoft.com/office/drawing/2014/main" id="{B390C960-6A71-CA12-5620-0AC363122755}"/>
              </a:ext>
            </a:extLst>
          </p:cNvPr>
          <p:cNvSpPr txBox="1">
            <a:spLocks/>
          </p:cNvSpPr>
          <p:nvPr userDrawn="1"/>
        </p:nvSpPr>
        <p:spPr bwMode="white">
          <a:xfrm>
            <a:off x="479376" y="6283729"/>
            <a:ext cx="1785745" cy="123111"/>
          </a:xfrm>
          <a:prstGeom prst="rect">
            <a:avLst/>
          </a:prstGeom>
        </p:spPr>
        <p:txBody>
          <a:bodyPr vert="horz" wrap="none" lIns="0" tIns="0" rIns="0" bIns="0" rtlCol="0" anchor="t">
            <a:spAutoFit/>
          </a:bodyPr>
          <a:lstStyle>
            <a:lvl1pPr marL="0" indent="0" algn="l" defTabSz="914400" rtl="0" eaLnBrk="1" latinLnBrk="0" hangingPunct="1">
              <a:lnSpc>
                <a:spcPct val="100000"/>
              </a:lnSpc>
              <a:spcBef>
                <a:spcPts val="300"/>
              </a:spcBef>
              <a:spcAft>
                <a:spcPts val="1200"/>
              </a:spcAft>
              <a:buClr>
                <a:schemeClr val="tx1"/>
              </a:buClr>
              <a:buFont typeface="Arial" panose="020B0604020202020204" pitchFamily="34" charset="0"/>
              <a:buNone/>
              <a:defRPr lang="en-US" sz="1400" b="0" kern="1200" spc="0" baseline="0" dirty="0" smtClean="0">
                <a:solidFill>
                  <a:schemeClr val="bg1"/>
                </a:solidFill>
                <a:latin typeface="+mn-lt"/>
                <a:ea typeface="+mj-ea"/>
                <a:cs typeface="+mj-cs"/>
              </a:defRPr>
            </a:lvl1pPr>
            <a:lvl2pPr marL="612" indent="0" algn="l" defTabSz="914400" rtl="0" eaLnBrk="1" latinLnBrk="0" hangingPunct="1">
              <a:lnSpc>
                <a:spcPct val="100000"/>
              </a:lnSpc>
              <a:spcBef>
                <a:spcPts val="300"/>
              </a:spcBef>
              <a:spcAft>
                <a:spcPts val="1200"/>
              </a:spcAft>
              <a:buClr>
                <a:schemeClr val="tx1"/>
              </a:buClr>
              <a:buFont typeface="Arial" panose="020B0604020202020204" pitchFamily="34" charset="0"/>
              <a:buNone/>
              <a:defRPr lang="en-US" sz="1400" kern="1200" dirty="0">
                <a:solidFill>
                  <a:schemeClr val="tx1"/>
                </a:solidFill>
                <a:latin typeface="+mn-lt"/>
                <a:ea typeface="+mn-ea"/>
                <a:cs typeface="+mn-cs"/>
              </a:defRPr>
            </a:lvl2pPr>
            <a:lvl3pPr marL="180000" indent="-179388" algn="l" defTabSz="914400" rtl="0" eaLnBrk="1" latinLnBrk="0" hangingPunct="1">
              <a:lnSpc>
                <a:spcPct val="100000"/>
              </a:lnSpc>
              <a:spcBef>
                <a:spcPts val="300"/>
              </a:spcBef>
              <a:spcAft>
                <a:spcPts val="1200"/>
              </a:spcAft>
              <a:buClr>
                <a:schemeClr val="accent1"/>
              </a:buClr>
              <a:buSzPct val="120000"/>
              <a:buFont typeface="Arial" panose="020B0604020202020204" pitchFamily="34" charset="0"/>
              <a:buChar char="•"/>
              <a:defRPr lang="en-US" sz="1400" kern="1200" baseline="0" dirty="0">
                <a:solidFill>
                  <a:schemeClr val="tx1"/>
                </a:solidFill>
                <a:latin typeface="+mn-lt"/>
                <a:ea typeface="+mn-ea"/>
                <a:cs typeface="+mn-cs"/>
              </a:defRPr>
            </a:lvl3pPr>
            <a:lvl4pPr marL="457200" indent="-277813" algn="l" defTabSz="914400" rtl="0" eaLnBrk="1" latinLnBrk="0" hangingPunct="1">
              <a:lnSpc>
                <a:spcPct val="100000"/>
              </a:lnSpc>
              <a:spcBef>
                <a:spcPts val="300"/>
              </a:spcBef>
              <a:spcAft>
                <a:spcPts val="1200"/>
              </a:spcAft>
              <a:buFont typeface="DM Sans" pitchFamily="2" charset="0"/>
              <a:buChar char="–"/>
              <a:defRPr lang="en-US" sz="1400" kern="1200" baseline="0" dirty="0">
                <a:solidFill>
                  <a:schemeClr val="tx1"/>
                </a:solidFill>
                <a:latin typeface="+mn-lt"/>
                <a:ea typeface="+mn-ea"/>
                <a:cs typeface="+mn-cs"/>
              </a:defRPr>
            </a:lvl4pPr>
            <a:lvl5pPr marL="723900" indent="-266700" algn="l" defTabSz="914400" rtl="0" eaLnBrk="1" latinLnBrk="0" hangingPunct="1">
              <a:lnSpc>
                <a:spcPct val="100000"/>
              </a:lnSpc>
              <a:spcBef>
                <a:spcPts val="300"/>
              </a:spcBef>
              <a:spcAft>
                <a:spcPts val="1200"/>
              </a:spcAft>
              <a:buFont typeface="Arial" panose="020B0604020202020204" pitchFamily="34" charset="0"/>
              <a:buChar char="•"/>
              <a:defRPr lang="en-US" sz="1400" kern="1200" baseline="0" dirty="0">
                <a:solidFill>
                  <a:schemeClr val="tx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1600" b="0" kern="1200" baseline="0" dirty="0">
                <a:solidFill>
                  <a:schemeClr val="accen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AU" sz="800" dirty="0"/>
              <a:t>CRICOS 00025B • TEQSA PRV12080 </a:t>
            </a:r>
          </a:p>
        </p:txBody>
      </p:sp>
      <p:pic>
        <p:nvPicPr>
          <p:cNvPr id="4" name="Picture 3">
            <a:extLst>
              <a:ext uri="{FF2B5EF4-FFF2-40B4-BE49-F238E27FC236}">
                <a16:creationId xmlns:a16="http://schemas.microsoft.com/office/drawing/2014/main" id="{95E50D34-62BC-17A1-2183-1AFBC4F90F1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128448" y="476250"/>
            <a:ext cx="1584127" cy="415356"/>
          </a:xfrm>
          <a:prstGeom prst="rect">
            <a:avLst/>
          </a:prstGeom>
        </p:spPr>
      </p:pic>
    </p:spTree>
    <p:extLst>
      <p:ext uri="{BB962C8B-B14F-4D97-AF65-F5344CB8AC3E}">
        <p14:creationId xmlns:p14="http://schemas.microsoft.com/office/powerpoint/2010/main" val="3059547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307EFFC-A8F6-46B6-82DB-6FB3399678B7}"/>
              </a:ext>
            </a:extLst>
          </p:cNvPr>
          <p:cNvSpPr>
            <a:spLocks noGrp="1"/>
          </p:cNvSpPr>
          <p:nvPr>
            <p:ph type="ftr" sz="quarter" idx="17"/>
          </p:nvPr>
        </p:nvSpPr>
        <p:spPr/>
        <p:txBody>
          <a:bodyPr/>
          <a:lstStyle/>
          <a:p>
            <a:endParaRPr lang="en-AU" dirty="0"/>
          </a:p>
        </p:txBody>
      </p:sp>
      <p:sp>
        <p:nvSpPr>
          <p:cNvPr id="10" name="Slide Number Placeholder 9">
            <a:extLst>
              <a:ext uri="{FF2B5EF4-FFF2-40B4-BE49-F238E27FC236}">
                <a16:creationId xmlns:a16="http://schemas.microsoft.com/office/drawing/2014/main" id="{11037509-88E8-46BB-B6E5-FC65A58ADE60}"/>
              </a:ext>
            </a:extLst>
          </p:cNvPr>
          <p:cNvSpPr>
            <a:spLocks noGrp="1"/>
          </p:cNvSpPr>
          <p:nvPr>
            <p:ph type="sldNum" sz="quarter" idx="18"/>
          </p:nvPr>
        </p:nvSpPr>
        <p:spPr/>
        <p:txBody>
          <a:bodyPr/>
          <a:lstStyle/>
          <a:p>
            <a:fld id="{E917DE0E-AFB1-41FD-BC35-27DB61CA125F}" type="slidenum">
              <a:rPr lang="en-AU" smtClean="0"/>
              <a:pPr/>
              <a:t>‹#›</a:t>
            </a:fld>
            <a:endParaRPr lang="en-AU" dirty="0"/>
          </a:p>
        </p:txBody>
      </p:sp>
      <p:sp>
        <p:nvSpPr>
          <p:cNvPr id="5" name="Title 3">
            <a:extLst>
              <a:ext uri="{FF2B5EF4-FFF2-40B4-BE49-F238E27FC236}">
                <a16:creationId xmlns:a16="http://schemas.microsoft.com/office/drawing/2014/main" id="{CF271C1A-1346-A2EE-441D-A300778FDE39}"/>
              </a:ext>
            </a:extLst>
          </p:cNvPr>
          <p:cNvSpPr>
            <a:spLocks noGrp="1"/>
          </p:cNvSpPr>
          <p:nvPr>
            <p:ph type="title"/>
          </p:nvPr>
        </p:nvSpPr>
        <p:spPr>
          <a:xfrm>
            <a:off x="479424" y="895344"/>
            <a:ext cx="8928943" cy="469056"/>
          </a:xfrm>
        </p:spPr>
        <p:txBody>
          <a:bodyPr/>
          <a:lstStyle>
            <a:lvl1pPr>
              <a:defRPr sz="3600"/>
            </a:lvl1pPr>
          </a:lstStyle>
          <a:p>
            <a:r>
              <a:rPr lang="en-GB"/>
              <a:t>Click to edit Master title style</a:t>
            </a:r>
            <a:endParaRPr lang="en-AU" dirty="0"/>
          </a:p>
        </p:txBody>
      </p:sp>
    </p:spTree>
    <p:extLst>
      <p:ext uri="{BB962C8B-B14F-4D97-AF65-F5344CB8AC3E}">
        <p14:creationId xmlns:p14="http://schemas.microsoft.com/office/powerpoint/2010/main" val="716082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Blank Brande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9933EA7-FE92-4C6D-8733-61E671888999}"/>
              </a:ext>
            </a:extLst>
          </p:cNvPr>
          <p:cNvSpPr/>
          <p:nvPr userDrawn="1"/>
        </p:nvSpPr>
        <p:spPr bwMode="white">
          <a:xfrm>
            <a:off x="2" y="-27384"/>
            <a:ext cx="12191999" cy="10081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2" name="Footer Placeholder 1">
            <a:extLst>
              <a:ext uri="{FF2B5EF4-FFF2-40B4-BE49-F238E27FC236}">
                <a16:creationId xmlns:a16="http://schemas.microsoft.com/office/drawing/2014/main" id="{8F016725-1C5D-4F6E-900B-3580ED1B4E08}"/>
              </a:ext>
            </a:extLst>
          </p:cNvPr>
          <p:cNvSpPr>
            <a:spLocks noGrp="1"/>
          </p:cNvSpPr>
          <p:nvPr>
            <p:ph type="ftr" sz="quarter" idx="10"/>
          </p:nvPr>
        </p:nvSpPr>
        <p:spPr/>
        <p:txBody>
          <a:bodyPr/>
          <a:lstStyle/>
          <a:p>
            <a:endParaRPr lang="en-AU" dirty="0"/>
          </a:p>
        </p:txBody>
      </p:sp>
      <p:sp>
        <p:nvSpPr>
          <p:cNvPr id="5" name="Slide Number Placeholder 4">
            <a:extLst>
              <a:ext uri="{FF2B5EF4-FFF2-40B4-BE49-F238E27FC236}">
                <a16:creationId xmlns:a16="http://schemas.microsoft.com/office/drawing/2014/main" id="{217FE64C-392C-4148-996C-A5BCCCAC7BD2}"/>
              </a:ext>
            </a:extLst>
          </p:cNvPr>
          <p:cNvSpPr>
            <a:spLocks noGrp="1"/>
          </p:cNvSpPr>
          <p:nvPr>
            <p:ph type="sldNum" sz="quarter" idx="11"/>
          </p:nvPr>
        </p:nvSpPr>
        <p:spPr/>
        <p:txBody>
          <a:bodyPr/>
          <a:lstStyle/>
          <a:p>
            <a:fld id="{E917DE0E-AFB1-41FD-BC35-27DB61CA125F}" type="slidenum">
              <a:rPr lang="en-AU" smtClean="0"/>
              <a:pPr/>
              <a:t>‹#›</a:t>
            </a:fld>
            <a:endParaRPr lang="en-AU" dirty="0"/>
          </a:p>
        </p:txBody>
      </p:sp>
      <p:pic>
        <p:nvPicPr>
          <p:cNvPr id="6" name="Picture 5">
            <a:extLst>
              <a:ext uri="{FF2B5EF4-FFF2-40B4-BE49-F238E27FC236}">
                <a16:creationId xmlns:a16="http://schemas.microsoft.com/office/drawing/2014/main" id="{7103EC6B-DCAC-6CBC-8ED2-C5FC949EF83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14000" y="360000"/>
            <a:ext cx="1512000" cy="396444"/>
          </a:xfrm>
          <a:prstGeom prst="rect">
            <a:avLst/>
          </a:prstGeom>
        </p:spPr>
      </p:pic>
    </p:spTree>
    <p:extLst>
      <p:ext uri="{BB962C8B-B14F-4D97-AF65-F5344CB8AC3E}">
        <p14:creationId xmlns:p14="http://schemas.microsoft.com/office/powerpoint/2010/main" val="22286848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9425" y="763960"/>
            <a:ext cx="9576000" cy="469056"/>
          </a:xfrm>
          <a:prstGeom prst="rect">
            <a:avLst/>
          </a:prstGeom>
        </p:spPr>
        <p:txBody>
          <a:bodyPr vert="horz" lIns="0" tIns="0" rIns="0" bIns="0" rtlCol="0" anchor="t" anchorCtr="0">
            <a:noAutofit/>
          </a:bodyPr>
          <a:lstStyle/>
          <a:p>
            <a:r>
              <a:rPr lang="en-US" dirty="0"/>
              <a:t>[Title]</a:t>
            </a:r>
            <a:endParaRPr lang="en-AU" dirty="0"/>
          </a:p>
        </p:txBody>
      </p:sp>
      <p:sp>
        <p:nvSpPr>
          <p:cNvPr id="6" name="Footer Placeholder 4"/>
          <p:cNvSpPr>
            <a:spLocks noGrp="1"/>
          </p:cNvSpPr>
          <p:nvPr>
            <p:ph type="ftr" sz="quarter" idx="3"/>
          </p:nvPr>
        </p:nvSpPr>
        <p:spPr>
          <a:xfrm>
            <a:off x="479425" y="6381750"/>
            <a:ext cx="3744913" cy="476250"/>
          </a:xfrm>
          <a:prstGeom prst="rect">
            <a:avLst/>
          </a:prstGeom>
        </p:spPr>
        <p:txBody>
          <a:bodyPr vert="horz" lIns="0" tIns="0" rIns="0" bIns="0" rtlCol="0" anchor="ctr"/>
          <a:lstStyle>
            <a:lvl1pPr algn="l">
              <a:defRPr sz="800" b="0">
                <a:solidFill>
                  <a:schemeClr val="tx1"/>
                </a:solidFill>
              </a:defRPr>
            </a:lvl1pPr>
          </a:lstStyle>
          <a:p>
            <a:endParaRPr lang="en-AU" dirty="0"/>
          </a:p>
        </p:txBody>
      </p:sp>
      <p:sp>
        <p:nvSpPr>
          <p:cNvPr id="7" name="Slide Number Placeholder 5"/>
          <p:cNvSpPr>
            <a:spLocks noGrp="1"/>
          </p:cNvSpPr>
          <p:nvPr>
            <p:ph type="sldNum" sz="quarter" idx="4"/>
          </p:nvPr>
        </p:nvSpPr>
        <p:spPr>
          <a:xfrm>
            <a:off x="11208567" y="6381750"/>
            <a:ext cx="504007" cy="476250"/>
          </a:xfrm>
          <a:prstGeom prst="rect">
            <a:avLst/>
          </a:prstGeom>
        </p:spPr>
        <p:txBody>
          <a:bodyPr vert="horz" lIns="0" tIns="0" rIns="0" bIns="0" rtlCol="0" anchor="ctr"/>
          <a:lstStyle>
            <a:lvl1pPr algn="r">
              <a:defRPr sz="800">
                <a:solidFill>
                  <a:schemeClr val="tx1"/>
                </a:solidFill>
              </a:defRPr>
            </a:lvl1pPr>
          </a:lstStyle>
          <a:p>
            <a:fld id="{E917DE0E-AFB1-41FD-BC35-27DB61CA125F}" type="slidenum">
              <a:rPr lang="en-AU" smtClean="0"/>
              <a:pPr/>
              <a:t>‹#›</a:t>
            </a:fld>
            <a:endParaRPr lang="en-AU" dirty="0"/>
          </a:p>
        </p:txBody>
      </p:sp>
      <p:sp>
        <p:nvSpPr>
          <p:cNvPr id="5" name="Text Placeholder 4">
            <a:extLst>
              <a:ext uri="{FF2B5EF4-FFF2-40B4-BE49-F238E27FC236}">
                <a16:creationId xmlns:a16="http://schemas.microsoft.com/office/drawing/2014/main" id="{F7B3D40D-3A3C-4C3B-B5E3-57416DC62D0A}"/>
              </a:ext>
            </a:extLst>
          </p:cNvPr>
          <p:cNvSpPr>
            <a:spLocks noGrp="1"/>
          </p:cNvSpPr>
          <p:nvPr>
            <p:ph type="body" idx="1"/>
          </p:nvPr>
        </p:nvSpPr>
        <p:spPr>
          <a:xfrm>
            <a:off x="479425" y="2030400"/>
            <a:ext cx="9576000" cy="3671887"/>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dirty="0"/>
          </a:p>
        </p:txBody>
      </p:sp>
      <p:pic>
        <p:nvPicPr>
          <p:cNvPr id="22" name="Picture 21">
            <a:extLst>
              <a:ext uri="{FF2B5EF4-FFF2-40B4-BE49-F238E27FC236}">
                <a16:creationId xmlns:a16="http://schemas.microsoft.com/office/drawing/2014/main" id="{687ADE36-9EB9-1A3D-CE99-C5552C1ECBB9}"/>
              </a:ext>
            </a:extLst>
          </p:cNvPr>
          <p:cNvPicPr preferRelativeResize="0">
            <a:picLocks noChangeAspect="1"/>
          </p:cNvPicPr>
          <p:nvPr userDrawn="1"/>
        </p:nvPicPr>
        <p:blipFill>
          <a:blip r:embed="rId47" cstate="screen">
            <a:extLst>
              <a:ext uri="{28A0092B-C50C-407E-A947-70E740481C1C}">
                <a14:useLocalDpi xmlns:a14="http://schemas.microsoft.com/office/drawing/2010/main"/>
              </a:ext>
            </a:extLst>
          </a:blip>
          <a:stretch>
            <a:fillRect/>
          </a:stretch>
        </p:blipFill>
        <p:spPr>
          <a:xfrm>
            <a:off x="10128448" y="476672"/>
            <a:ext cx="1584127" cy="415357"/>
          </a:xfrm>
          <a:prstGeom prst="rect">
            <a:avLst/>
          </a:prstGeom>
        </p:spPr>
      </p:pic>
    </p:spTree>
    <p:extLst>
      <p:ext uri="{BB962C8B-B14F-4D97-AF65-F5344CB8AC3E}">
        <p14:creationId xmlns:p14="http://schemas.microsoft.com/office/powerpoint/2010/main" val="3786833112"/>
      </p:ext>
    </p:extLst>
  </p:cSld>
  <p:clrMap bg1="lt1" tx1="dk1" bg2="lt2" tx2="dk2" accent1="accent1" accent2="accent2" accent3="accent3" accent4="accent4" accent5="accent5" accent6="accent6" hlink="hlink" folHlink="folHlink"/>
  <p:sldLayoutIdLst>
    <p:sldLayoutId id="2147483762" r:id="rId1"/>
    <p:sldLayoutId id="2147483819" r:id="rId2"/>
    <p:sldLayoutId id="2147483816" r:id="rId3"/>
    <p:sldLayoutId id="2147483799" r:id="rId4"/>
    <p:sldLayoutId id="2147483800" r:id="rId5"/>
    <p:sldLayoutId id="2147483792" r:id="rId6"/>
    <p:sldLayoutId id="2147483650" r:id="rId7"/>
    <p:sldLayoutId id="2147483652" r:id="rId8"/>
    <p:sldLayoutId id="2147483778" r:id="rId9"/>
    <p:sldLayoutId id="2147483804" r:id="rId10"/>
    <p:sldLayoutId id="2147483805" r:id="rId11"/>
    <p:sldLayoutId id="2147483803" r:id="rId12"/>
    <p:sldLayoutId id="2147483806" r:id="rId13"/>
    <p:sldLayoutId id="2147483779" r:id="rId14"/>
    <p:sldLayoutId id="2147483728" r:id="rId15"/>
    <p:sldLayoutId id="2147483656" r:id="rId16"/>
    <p:sldLayoutId id="2147483732" r:id="rId17"/>
    <p:sldLayoutId id="2147483793" r:id="rId18"/>
    <p:sldLayoutId id="2147483657" r:id="rId19"/>
    <p:sldLayoutId id="2147483765" r:id="rId20"/>
    <p:sldLayoutId id="2147483787" r:id="rId21"/>
    <p:sldLayoutId id="2147483788" r:id="rId22"/>
    <p:sldLayoutId id="2147483794" r:id="rId23"/>
    <p:sldLayoutId id="2147483795" r:id="rId24"/>
    <p:sldLayoutId id="2147483796" r:id="rId25"/>
    <p:sldLayoutId id="2147483791" r:id="rId26"/>
    <p:sldLayoutId id="2147483797" r:id="rId27"/>
    <p:sldLayoutId id="2147483790" r:id="rId28"/>
    <p:sldLayoutId id="2147483798" r:id="rId29"/>
    <p:sldLayoutId id="2147483768" r:id="rId30"/>
    <p:sldLayoutId id="2147483770" r:id="rId31"/>
    <p:sldLayoutId id="2147483771" r:id="rId32"/>
    <p:sldLayoutId id="2147483821" r:id="rId33"/>
    <p:sldLayoutId id="2147483822" r:id="rId34"/>
    <p:sldLayoutId id="2147483823" r:id="rId35"/>
    <p:sldLayoutId id="2147483789" r:id="rId36"/>
    <p:sldLayoutId id="2147483776" r:id="rId37"/>
    <p:sldLayoutId id="2147483777" r:id="rId38"/>
    <p:sldLayoutId id="2147483820" r:id="rId39"/>
    <p:sldLayoutId id="2147483808" r:id="rId40"/>
    <p:sldLayoutId id="2147483814" r:id="rId41"/>
    <p:sldLayoutId id="2147483811" r:id="rId42"/>
    <p:sldLayoutId id="2147483780" r:id="rId43"/>
    <p:sldLayoutId id="2147483813" r:id="rId44"/>
    <p:sldLayoutId id="2147483812" r:id="rId4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3800" b="0" kern="1200">
          <a:solidFill>
            <a:schemeClr val="accent1"/>
          </a:solidFill>
          <a:latin typeface="+mj-lt"/>
          <a:ea typeface="+mj-ea"/>
          <a:cs typeface="+mj-cs"/>
        </a:defRPr>
      </a:lvl1pPr>
    </p:titleStyle>
    <p:bodyStyle>
      <a:lvl1pPr marL="0" indent="0" algn="l" defTabSz="914400" rtl="0" eaLnBrk="1" latinLnBrk="0" hangingPunct="1">
        <a:lnSpc>
          <a:spcPct val="100000"/>
        </a:lnSpc>
        <a:spcBef>
          <a:spcPts val="300"/>
        </a:spcBef>
        <a:spcAft>
          <a:spcPts val="1200"/>
        </a:spcAft>
        <a:buClr>
          <a:schemeClr val="tx1"/>
        </a:buClr>
        <a:buFont typeface="Arial" panose="020B0604020202020204" pitchFamily="34" charset="0"/>
        <a:buNone/>
        <a:defRPr lang="en-US" sz="1400" b="1" kern="1200" dirty="0">
          <a:solidFill>
            <a:schemeClr val="accent1"/>
          </a:solidFill>
          <a:latin typeface="+mn-lt"/>
          <a:ea typeface="+mn-ea"/>
          <a:cs typeface="+mn-cs"/>
        </a:defRPr>
      </a:lvl1pPr>
      <a:lvl2pPr marL="612" indent="0" algn="l" defTabSz="914400" rtl="0" eaLnBrk="1" latinLnBrk="0" hangingPunct="1">
        <a:lnSpc>
          <a:spcPct val="100000"/>
        </a:lnSpc>
        <a:spcBef>
          <a:spcPts val="300"/>
        </a:spcBef>
        <a:spcAft>
          <a:spcPts val="1200"/>
        </a:spcAft>
        <a:buClr>
          <a:schemeClr val="tx1"/>
        </a:buClr>
        <a:buFont typeface="Arial" panose="020B0604020202020204" pitchFamily="34" charset="0"/>
        <a:buNone/>
        <a:defRPr lang="en-US" sz="1400" kern="1200" dirty="0">
          <a:solidFill>
            <a:schemeClr val="tx1"/>
          </a:solidFill>
          <a:latin typeface="+mn-lt"/>
          <a:ea typeface="+mn-ea"/>
          <a:cs typeface="+mn-cs"/>
        </a:defRPr>
      </a:lvl2pPr>
      <a:lvl3pPr marL="180000" indent="-179388" algn="l" defTabSz="914400" rtl="0" eaLnBrk="1" latinLnBrk="0" hangingPunct="1">
        <a:lnSpc>
          <a:spcPct val="100000"/>
        </a:lnSpc>
        <a:spcBef>
          <a:spcPts val="300"/>
        </a:spcBef>
        <a:spcAft>
          <a:spcPts val="1200"/>
        </a:spcAft>
        <a:buClr>
          <a:schemeClr val="accent1"/>
        </a:buClr>
        <a:buSzPct val="120000"/>
        <a:buFont typeface="Arial" panose="020B0604020202020204" pitchFamily="34" charset="0"/>
        <a:buChar char="•"/>
        <a:defRPr lang="en-US" sz="1400" kern="1200" baseline="0" dirty="0">
          <a:solidFill>
            <a:schemeClr val="tx1"/>
          </a:solidFill>
          <a:latin typeface="+mn-lt"/>
          <a:ea typeface="+mn-ea"/>
          <a:cs typeface="+mn-cs"/>
        </a:defRPr>
      </a:lvl3pPr>
      <a:lvl4pPr marL="457200" indent="-277813" algn="l" defTabSz="914400" rtl="0" eaLnBrk="1" latinLnBrk="0" hangingPunct="1">
        <a:lnSpc>
          <a:spcPct val="100000"/>
        </a:lnSpc>
        <a:spcBef>
          <a:spcPts val="300"/>
        </a:spcBef>
        <a:spcAft>
          <a:spcPts val="1200"/>
        </a:spcAft>
        <a:buFont typeface="DM Sans" pitchFamily="2" charset="0"/>
        <a:buChar char="–"/>
        <a:defRPr lang="en-US" sz="1400" kern="1200" baseline="0" dirty="0">
          <a:solidFill>
            <a:schemeClr val="tx1"/>
          </a:solidFill>
          <a:latin typeface="+mn-lt"/>
          <a:ea typeface="+mn-ea"/>
          <a:cs typeface="+mn-cs"/>
        </a:defRPr>
      </a:lvl4pPr>
      <a:lvl5pPr marL="723900" indent="-266700" algn="l" defTabSz="914400" rtl="0" eaLnBrk="1" latinLnBrk="0" hangingPunct="1">
        <a:lnSpc>
          <a:spcPct val="100000"/>
        </a:lnSpc>
        <a:spcBef>
          <a:spcPts val="300"/>
        </a:spcBef>
        <a:spcAft>
          <a:spcPts val="1200"/>
        </a:spcAft>
        <a:buFont typeface="Arial" panose="020B0604020202020204" pitchFamily="34" charset="0"/>
        <a:buChar char="•"/>
        <a:defRPr lang="en-US" sz="1400" kern="1200" baseline="0" dirty="0">
          <a:solidFill>
            <a:schemeClr val="tx1"/>
          </a:solidFill>
          <a:latin typeface="+mn-lt"/>
          <a:ea typeface="+mn-ea"/>
          <a:cs typeface="+mn-cs"/>
        </a:defRPr>
      </a:lvl5pPr>
      <a:lvl6pPr marL="0" indent="0" algn="l" defTabSz="914400" rtl="0" eaLnBrk="1" latinLnBrk="0" hangingPunct="1">
        <a:spcBef>
          <a:spcPts val="600"/>
        </a:spcBef>
        <a:spcAft>
          <a:spcPts val="300"/>
        </a:spcAft>
        <a:buFont typeface="Arial" pitchFamily="34" charset="0"/>
        <a:buNone/>
        <a:defRPr lang="en-AU" sz="1600" b="0" kern="1200" baseline="0" dirty="0">
          <a:solidFill>
            <a:schemeClr val="accen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userDrawn="1">
          <p15:clr>
            <a:srgbClr val="F26B43"/>
          </p15:clr>
        </p15:guide>
        <p15:guide id="3" pos="302" userDrawn="1">
          <p15:clr>
            <a:srgbClr val="F26B43"/>
          </p15:clr>
        </p15:guide>
        <p15:guide id="7" orient="horz" pos="300" userDrawn="1">
          <p15:clr>
            <a:srgbClr val="F26B43"/>
          </p15:clr>
        </p15:guide>
        <p15:guide id="11" orient="horz" pos="4020" userDrawn="1">
          <p15:clr>
            <a:srgbClr val="F26B43"/>
          </p15:clr>
        </p15:guide>
        <p15:guide id="13" pos="7378" userDrawn="1">
          <p15:clr>
            <a:srgbClr val="F26B43"/>
          </p15:clr>
        </p15:guide>
        <p15:guide id="14" orient="horz" pos="1026" userDrawn="1">
          <p15:clr>
            <a:srgbClr val="F26B43"/>
          </p15:clr>
        </p15:guide>
        <p15:guide id="19" orient="horz" pos="1661" userDrawn="1">
          <p15:clr>
            <a:srgbClr val="F26B43"/>
          </p15:clr>
        </p15:guide>
        <p15:guide id="20" orient="horz" pos="1933" userDrawn="1">
          <p15:clr>
            <a:srgbClr val="F26B43"/>
          </p15:clr>
        </p15:guide>
        <p15:guide id="21" pos="2661" userDrawn="1">
          <p15:clr>
            <a:srgbClr val="F26B43"/>
          </p15:clr>
        </p15:guide>
        <p15:guide id="22" pos="501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41F7627-DC2C-25A3-559F-FEB81907ACB8}"/>
              </a:ext>
            </a:extLst>
          </p:cNvPr>
          <p:cNvSpPr>
            <a:spLocks noGrp="1"/>
          </p:cNvSpPr>
          <p:nvPr>
            <p:ph sz="quarter" idx="10"/>
          </p:nvPr>
        </p:nvSpPr>
        <p:spPr/>
        <p:txBody>
          <a:bodyPr/>
          <a:lstStyle/>
          <a:p>
            <a:r>
              <a:rPr lang="en-US" b="0" dirty="0">
                <a:solidFill>
                  <a:schemeClr val="tx1"/>
                </a:solidFill>
              </a:rPr>
              <a:t>This template is intended for teaching staff to clearly communicate to students whether and how Artificial Intelligence (AI) may be used in assessment tasks. </a:t>
            </a:r>
          </a:p>
          <a:p>
            <a:r>
              <a:rPr lang="en-US" b="0" dirty="0">
                <a:solidFill>
                  <a:schemeClr val="tx1"/>
                </a:solidFill>
              </a:rPr>
              <a:t>Some tips: </a:t>
            </a:r>
          </a:p>
          <a:p>
            <a:pPr marL="285750" indent="-285750">
              <a:buFont typeface="Arial" panose="020B0604020202020204" pitchFamily="34" charset="0"/>
              <a:buChar char="•"/>
            </a:pPr>
            <a:r>
              <a:rPr lang="en-US" dirty="0">
                <a:solidFill>
                  <a:schemeClr val="tx1"/>
                </a:solidFill>
              </a:rPr>
              <a:t>Select your AI statement </a:t>
            </a:r>
            <a:r>
              <a:rPr lang="en-US" b="0" dirty="0">
                <a:solidFill>
                  <a:schemeClr val="tx1"/>
                </a:solidFill>
              </a:rPr>
              <a:t>– the AI statement should be chosen based on the type of assessment (i.e., secure or open)</a:t>
            </a:r>
          </a:p>
          <a:p>
            <a:pPr marL="465750" lvl="2" indent="-285750"/>
            <a:r>
              <a:rPr lang="en-US" dirty="0"/>
              <a:t>You may edit the text to improve </a:t>
            </a:r>
            <a:r>
              <a:rPr lang="en-US" b="1" dirty="0"/>
              <a:t>clarity for students</a:t>
            </a:r>
            <a:r>
              <a:rPr lang="en-US" dirty="0"/>
              <a:t>; however, the intent must remain and align with UQ’s approach to academic integrity expectations</a:t>
            </a:r>
          </a:p>
          <a:p>
            <a:pPr marL="742950" lvl="3" indent="-285750"/>
            <a:r>
              <a:rPr lang="en-US" b="0" dirty="0">
                <a:solidFill>
                  <a:schemeClr val="tx1"/>
                </a:solidFill>
              </a:rPr>
              <a:t>E.g., Where an </a:t>
            </a:r>
            <a:r>
              <a:rPr lang="en-US" dirty="0"/>
              <a:t>assessment has multiple parts with varying requirements, course coordinators can use a combination of the options. </a:t>
            </a:r>
          </a:p>
          <a:p>
            <a:pPr marL="742950" lvl="3" indent="-285750"/>
            <a:r>
              <a:rPr lang="en-US" dirty="0"/>
              <a:t>E.g., Where a student does not need to reference generative AI use (e.g., quiz) you may remove that text. </a:t>
            </a:r>
            <a:endParaRPr lang="en-US" b="0" dirty="0">
              <a:solidFill>
                <a:schemeClr val="tx1"/>
              </a:solidFill>
            </a:endParaRPr>
          </a:p>
          <a:p>
            <a:pPr marL="285750" indent="-285750">
              <a:buFont typeface="Arial" panose="020B0604020202020204" pitchFamily="34" charset="0"/>
              <a:buChar char="•"/>
            </a:pPr>
            <a:r>
              <a:rPr lang="en-US" dirty="0">
                <a:solidFill>
                  <a:schemeClr val="tx1"/>
                </a:solidFill>
              </a:rPr>
              <a:t>Share expectations early </a:t>
            </a:r>
            <a:r>
              <a:rPr lang="en-US" b="0" dirty="0">
                <a:solidFill>
                  <a:schemeClr val="tx1"/>
                </a:solidFill>
              </a:rPr>
              <a:t>– ideally in the first lecture when assessment items are introduced. </a:t>
            </a:r>
            <a:endParaRPr lang="en-US" dirty="0">
              <a:solidFill>
                <a:schemeClr val="tx1"/>
              </a:solidFill>
            </a:endParaRPr>
          </a:p>
          <a:p>
            <a:pPr marL="285750" indent="-285750">
              <a:buFont typeface="Arial" panose="020B0604020202020204" pitchFamily="34" charset="0"/>
              <a:buChar char="•"/>
            </a:pPr>
            <a:r>
              <a:rPr lang="en-US" dirty="0">
                <a:solidFill>
                  <a:schemeClr val="tx1"/>
                </a:solidFill>
              </a:rPr>
              <a:t>Be consistent </a:t>
            </a:r>
            <a:r>
              <a:rPr lang="en-US" b="0" dirty="0">
                <a:solidFill>
                  <a:schemeClr val="tx1"/>
                </a:solidFill>
              </a:rPr>
              <a:t>– ensure the statement and information provided is consistent with the course profile. </a:t>
            </a:r>
          </a:p>
          <a:p>
            <a:pPr marL="285750" indent="-285750">
              <a:buFont typeface="Arial" panose="020B0604020202020204" pitchFamily="34" charset="0"/>
              <a:buChar char="•"/>
            </a:pPr>
            <a:r>
              <a:rPr lang="en-US" b="0" dirty="0">
                <a:solidFill>
                  <a:schemeClr val="tx1"/>
                </a:solidFill>
              </a:rPr>
              <a:t>Where </a:t>
            </a:r>
            <a:r>
              <a:rPr lang="en-US" dirty="0">
                <a:solidFill>
                  <a:schemeClr val="tx1"/>
                </a:solidFill>
              </a:rPr>
              <a:t>AI use is permitted</a:t>
            </a:r>
            <a:r>
              <a:rPr lang="en-US" b="0" dirty="0">
                <a:solidFill>
                  <a:schemeClr val="tx1"/>
                </a:solidFill>
              </a:rPr>
              <a:t>, clearly explain how students are expected to use AI responsibly and if required, how they are expected to acknowledge their use. </a:t>
            </a:r>
          </a:p>
        </p:txBody>
      </p:sp>
      <p:sp>
        <p:nvSpPr>
          <p:cNvPr id="3" name="Title 2">
            <a:extLst>
              <a:ext uri="{FF2B5EF4-FFF2-40B4-BE49-F238E27FC236}">
                <a16:creationId xmlns:a16="http://schemas.microsoft.com/office/drawing/2014/main" id="{58C36A34-EC0E-9C6D-0A2B-AF0BE09CDC3E}"/>
              </a:ext>
            </a:extLst>
          </p:cNvPr>
          <p:cNvSpPr>
            <a:spLocks noGrp="1"/>
          </p:cNvSpPr>
          <p:nvPr>
            <p:ph type="title"/>
          </p:nvPr>
        </p:nvSpPr>
        <p:spPr/>
        <p:txBody>
          <a:bodyPr/>
          <a:lstStyle/>
          <a:p>
            <a:r>
              <a:rPr lang="en-US" dirty="0"/>
              <a:t>Instructions (for staff)</a:t>
            </a:r>
          </a:p>
        </p:txBody>
      </p:sp>
      <p:sp>
        <p:nvSpPr>
          <p:cNvPr id="4" name="Footer Placeholder 3">
            <a:extLst>
              <a:ext uri="{FF2B5EF4-FFF2-40B4-BE49-F238E27FC236}">
                <a16:creationId xmlns:a16="http://schemas.microsoft.com/office/drawing/2014/main" id="{D2D4B875-CD36-7133-740F-C2D02DC415BE}"/>
              </a:ext>
            </a:extLst>
          </p:cNvPr>
          <p:cNvSpPr>
            <a:spLocks noGrp="1"/>
          </p:cNvSpPr>
          <p:nvPr>
            <p:ph type="ftr" sz="quarter" idx="17"/>
          </p:nvPr>
        </p:nvSpPr>
        <p:spPr/>
        <p:txBody>
          <a:bodyPr/>
          <a:lstStyle/>
          <a:p>
            <a:endParaRPr lang="en-AU" dirty="0"/>
          </a:p>
        </p:txBody>
      </p:sp>
      <p:sp>
        <p:nvSpPr>
          <p:cNvPr id="5" name="Slide Number Placeholder 4">
            <a:extLst>
              <a:ext uri="{FF2B5EF4-FFF2-40B4-BE49-F238E27FC236}">
                <a16:creationId xmlns:a16="http://schemas.microsoft.com/office/drawing/2014/main" id="{C90825E5-B0D7-7601-80CC-A3849E876362}"/>
              </a:ext>
            </a:extLst>
          </p:cNvPr>
          <p:cNvSpPr>
            <a:spLocks noGrp="1"/>
          </p:cNvSpPr>
          <p:nvPr>
            <p:ph type="sldNum" sz="quarter" idx="18"/>
          </p:nvPr>
        </p:nvSpPr>
        <p:spPr/>
        <p:txBody>
          <a:bodyPr/>
          <a:lstStyle/>
          <a:p>
            <a:fld id="{E917DE0E-AFB1-41FD-BC35-27DB61CA125F}" type="slidenum">
              <a:rPr lang="en-AU" smtClean="0"/>
              <a:pPr/>
              <a:t>1</a:t>
            </a:fld>
            <a:endParaRPr lang="en-AU" dirty="0"/>
          </a:p>
        </p:txBody>
      </p:sp>
      <p:sp>
        <p:nvSpPr>
          <p:cNvPr id="6" name="Text Placeholder 5">
            <a:extLst>
              <a:ext uri="{FF2B5EF4-FFF2-40B4-BE49-F238E27FC236}">
                <a16:creationId xmlns:a16="http://schemas.microsoft.com/office/drawing/2014/main" id="{70D2C9E5-7DCF-020A-76EB-FD0145FE9E2D}"/>
              </a:ext>
            </a:extLst>
          </p:cNvPr>
          <p:cNvSpPr>
            <a:spLocks noGrp="1"/>
          </p:cNvSpPr>
          <p:nvPr>
            <p:ph type="body" sz="quarter" idx="31"/>
          </p:nvPr>
        </p:nvSpPr>
        <p:spPr/>
        <p:txBody>
          <a:bodyPr/>
          <a:lstStyle/>
          <a:p>
            <a:r>
              <a:rPr lang="en-US" dirty="0"/>
              <a:t>Using this template</a:t>
            </a:r>
          </a:p>
        </p:txBody>
      </p:sp>
    </p:spTree>
    <p:extLst>
      <p:ext uri="{BB962C8B-B14F-4D97-AF65-F5344CB8AC3E}">
        <p14:creationId xmlns:p14="http://schemas.microsoft.com/office/powerpoint/2010/main" val="4209211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EB4FCBD-48F9-1265-925E-81DF7B261258}"/>
              </a:ext>
            </a:extLst>
          </p:cNvPr>
          <p:cNvSpPr>
            <a:spLocks noGrp="1"/>
          </p:cNvSpPr>
          <p:nvPr>
            <p:ph sz="quarter" idx="10"/>
          </p:nvPr>
        </p:nvSpPr>
        <p:spPr>
          <a:xfrm>
            <a:off x="498346" y="2319797"/>
            <a:ext cx="3744913" cy="4126526"/>
          </a:xfrm>
        </p:spPr>
        <p:txBody>
          <a:bodyPr/>
          <a:lstStyle/>
          <a:p>
            <a:r>
              <a:rPr lang="en-US" sz="1200" dirty="0">
                <a:solidFill>
                  <a:schemeClr val="tx1"/>
                </a:solidFill>
              </a:rPr>
              <a:t>Option 1: Cannot use AI. AI is prohibited through in-person assessment (e.g., exams, oral presentation).</a:t>
            </a:r>
          </a:p>
          <a:p>
            <a:r>
              <a:rPr lang="en-US" sz="1200" b="0" dirty="0">
                <a:solidFill>
                  <a:schemeClr val="tx1"/>
                </a:solidFill>
              </a:rPr>
              <a:t>This assessment task is to be completed in-person. The use of generative Artificial Intelligence (AI) or Machine Translation (MT) tools will not be permitted. Any attempted use of AI or MT may constitute student misconduct under the Student Code of Conduct.</a:t>
            </a:r>
            <a:endParaRPr lang="en-US" sz="1200" dirty="0"/>
          </a:p>
          <a:p>
            <a:endParaRPr lang="en-US" sz="1200" dirty="0"/>
          </a:p>
        </p:txBody>
      </p:sp>
      <p:sp>
        <p:nvSpPr>
          <p:cNvPr id="3" name="Title 2">
            <a:extLst>
              <a:ext uri="{FF2B5EF4-FFF2-40B4-BE49-F238E27FC236}">
                <a16:creationId xmlns:a16="http://schemas.microsoft.com/office/drawing/2014/main" id="{D81E4A9B-1A91-31E9-67DF-896A98F7D297}"/>
              </a:ext>
            </a:extLst>
          </p:cNvPr>
          <p:cNvSpPr>
            <a:spLocks noGrp="1"/>
          </p:cNvSpPr>
          <p:nvPr>
            <p:ph type="title"/>
          </p:nvPr>
        </p:nvSpPr>
        <p:spPr/>
        <p:txBody>
          <a:bodyPr/>
          <a:lstStyle/>
          <a:p>
            <a:r>
              <a:rPr lang="en-US" dirty="0"/>
              <a:t>AI use options (for staff)</a:t>
            </a:r>
          </a:p>
        </p:txBody>
      </p:sp>
      <p:sp>
        <p:nvSpPr>
          <p:cNvPr id="4" name="Footer Placeholder 3">
            <a:extLst>
              <a:ext uri="{FF2B5EF4-FFF2-40B4-BE49-F238E27FC236}">
                <a16:creationId xmlns:a16="http://schemas.microsoft.com/office/drawing/2014/main" id="{7F155D28-E111-3CA6-9E58-88061D5DEBD2}"/>
              </a:ext>
            </a:extLst>
          </p:cNvPr>
          <p:cNvSpPr>
            <a:spLocks noGrp="1"/>
          </p:cNvSpPr>
          <p:nvPr>
            <p:ph type="ftr" sz="quarter" idx="17"/>
          </p:nvPr>
        </p:nvSpPr>
        <p:spPr/>
        <p:txBody>
          <a:bodyPr/>
          <a:lstStyle/>
          <a:p>
            <a:endParaRPr lang="en-AU" dirty="0"/>
          </a:p>
        </p:txBody>
      </p:sp>
      <p:sp>
        <p:nvSpPr>
          <p:cNvPr id="5" name="Slide Number Placeholder 4">
            <a:extLst>
              <a:ext uri="{FF2B5EF4-FFF2-40B4-BE49-F238E27FC236}">
                <a16:creationId xmlns:a16="http://schemas.microsoft.com/office/drawing/2014/main" id="{7F0AEE7A-64CC-AB72-3FD4-3080AFFD6462}"/>
              </a:ext>
            </a:extLst>
          </p:cNvPr>
          <p:cNvSpPr>
            <a:spLocks noGrp="1"/>
          </p:cNvSpPr>
          <p:nvPr>
            <p:ph type="sldNum" sz="quarter" idx="18"/>
          </p:nvPr>
        </p:nvSpPr>
        <p:spPr/>
        <p:txBody>
          <a:bodyPr/>
          <a:lstStyle/>
          <a:p>
            <a:fld id="{E917DE0E-AFB1-41FD-BC35-27DB61CA125F}" type="slidenum">
              <a:rPr lang="en-AU" smtClean="0"/>
              <a:pPr/>
              <a:t>2</a:t>
            </a:fld>
            <a:endParaRPr lang="en-AU" dirty="0"/>
          </a:p>
        </p:txBody>
      </p:sp>
      <p:sp>
        <p:nvSpPr>
          <p:cNvPr id="6" name="Text Placeholder 5">
            <a:extLst>
              <a:ext uri="{FF2B5EF4-FFF2-40B4-BE49-F238E27FC236}">
                <a16:creationId xmlns:a16="http://schemas.microsoft.com/office/drawing/2014/main" id="{2A2E4683-3EF4-D4E1-E3FE-A376C951480E}"/>
              </a:ext>
            </a:extLst>
          </p:cNvPr>
          <p:cNvSpPr>
            <a:spLocks noGrp="1"/>
          </p:cNvSpPr>
          <p:nvPr>
            <p:ph type="body" sz="quarter" idx="31"/>
          </p:nvPr>
        </p:nvSpPr>
        <p:spPr/>
        <p:txBody>
          <a:bodyPr/>
          <a:lstStyle/>
          <a:p>
            <a:r>
              <a:rPr lang="en-US" dirty="0"/>
              <a:t>Updated: Semester 1 2026</a:t>
            </a:r>
          </a:p>
        </p:txBody>
      </p:sp>
      <p:sp>
        <p:nvSpPr>
          <p:cNvPr id="8" name="TextBox 7">
            <a:extLst>
              <a:ext uri="{FF2B5EF4-FFF2-40B4-BE49-F238E27FC236}">
                <a16:creationId xmlns:a16="http://schemas.microsoft.com/office/drawing/2014/main" id="{ECA0BA83-3D56-299B-00DA-835F4049C258}"/>
              </a:ext>
            </a:extLst>
          </p:cNvPr>
          <p:cNvSpPr txBox="1"/>
          <p:nvPr/>
        </p:nvSpPr>
        <p:spPr>
          <a:xfrm>
            <a:off x="4367808" y="2255224"/>
            <a:ext cx="7560840" cy="3785652"/>
          </a:xfrm>
          <a:prstGeom prst="rect">
            <a:avLst/>
          </a:prstGeom>
          <a:noFill/>
        </p:spPr>
        <p:txBody>
          <a:bodyPr wrap="square">
            <a:spAutoFit/>
          </a:bodyPr>
          <a:lstStyle/>
          <a:p>
            <a:r>
              <a:rPr lang="en-AU" sz="1200" b="1" dirty="0">
                <a:solidFill>
                  <a:schemeClr val="tx1"/>
                </a:solidFill>
              </a:rPr>
              <a:t>Option 2: Can use AI. AI use must be referenced.</a:t>
            </a:r>
          </a:p>
          <a:p>
            <a:r>
              <a:rPr lang="en-AU" sz="1200" b="1" dirty="0">
                <a:solidFill>
                  <a:schemeClr val="tx1"/>
                </a:solidFill>
              </a:rPr>
              <a:t>Permitted use</a:t>
            </a:r>
          </a:p>
          <a:p>
            <a:r>
              <a:rPr lang="en-AU" sz="1200" b="0" dirty="0">
                <a:solidFill>
                  <a:schemeClr val="tx1"/>
                </a:solidFill>
              </a:rPr>
              <a:t>Artificial Intelligence (AI) and Machine Translation (MT) are emerging tools that may support students in completing this assessment task. Students may appropriately use AI and/or MT in completing this assessment task. Students must clearly reference any use of AI or MT in each instance.</a:t>
            </a:r>
          </a:p>
          <a:p>
            <a:endParaRPr lang="en-AU" sz="1200" b="0" dirty="0">
              <a:solidFill>
                <a:schemeClr val="tx1"/>
              </a:solidFill>
            </a:endParaRPr>
          </a:p>
          <a:p>
            <a:r>
              <a:rPr lang="en-AU" sz="1200" b="0" dirty="0">
                <a:solidFill>
                  <a:schemeClr val="tx1"/>
                </a:solidFill>
              </a:rPr>
              <a:t>A failure to reference generative AI or MT use may constitute student misconduct under the Student Code of Conduct.</a:t>
            </a:r>
          </a:p>
          <a:p>
            <a:endParaRPr lang="en-AU" sz="1200" b="0" dirty="0">
              <a:solidFill>
                <a:schemeClr val="tx1"/>
              </a:solidFill>
            </a:endParaRPr>
          </a:p>
          <a:p>
            <a:r>
              <a:rPr lang="en-AU" sz="1200" b="1" dirty="0">
                <a:solidFill>
                  <a:schemeClr val="tx1"/>
                </a:solidFill>
              </a:rPr>
              <a:t>Or</a:t>
            </a:r>
          </a:p>
          <a:p>
            <a:endParaRPr lang="en-AU" sz="1200" b="0" dirty="0">
              <a:solidFill>
                <a:schemeClr val="tx1"/>
              </a:solidFill>
            </a:endParaRPr>
          </a:p>
          <a:p>
            <a:r>
              <a:rPr lang="en-AU" sz="1200" b="0" dirty="0">
                <a:solidFill>
                  <a:schemeClr val="tx1"/>
                </a:solidFill>
              </a:rPr>
              <a:t>This task has been designed to be challenging, authentic and complex. Whilst students may use AI and/or MT technologies, successful completion of assessment in this course will require students to critically engage in specific contexts and tasks for which artificial intelligence will provide only limited support and guidance.</a:t>
            </a:r>
          </a:p>
          <a:p>
            <a:endParaRPr lang="en-AU" sz="1200" b="0" dirty="0">
              <a:solidFill>
                <a:schemeClr val="tx1"/>
              </a:solidFill>
            </a:endParaRPr>
          </a:p>
          <a:p>
            <a:r>
              <a:rPr lang="en-AU" sz="1200" b="0" dirty="0">
                <a:solidFill>
                  <a:schemeClr val="tx1"/>
                </a:solidFill>
              </a:rPr>
              <a:t>A failure to reference generative AI or MT use may constitute student misconduct under the Student Code of Conduct.</a:t>
            </a:r>
          </a:p>
          <a:p>
            <a:endParaRPr lang="en-AU" sz="1200" b="0" dirty="0">
              <a:solidFill>
                <a:schemeClr val="tx1"/>
              </a:solidFill>
            </a:endParaRPr>
          </a:p>
          <a:p>
            <a:r>
              <a:rPr lang="en-AU" sz="1200" b="0" dirty="0">
                <a:solidFill>
                  <a:schemeClr val="tx1"/>
                </a:solidFill>
              </a:rPr>
              <a:t>To pass this assessment, students will be required to demonstrate detailed comprehension of their written submission independent of AI and MT tools.</a:t>
            </a:r>
            <a:endParaRPr lang="en-AU" sz="1200" dirty="0"/>
          </a:p>
        </p:txBody>
      </p:sp>
    </p:spTree>
    <p:extLst>
      <p:ext uri="{BB962C8B-B14F-4D97-AF65-F5344CB8AC3E}">
        <p14:creationId xmlns:p14="http://schemas.microsoft.com/office/powerpoint/2010/main" val="1477834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53BED-B00F-C9C7-BF40-2313EE3EDEE4}"/>
              </a:ext>
            </a:extLst>
          </p:cNvPr>
          <p:cNvSpPr>
            <a:spLocks noGrp="1"/>
          </p:cNvSpPr>
          <p:nvPr>
            <p:ph type="title"/>
          </p:nvPr>
        </p:nvSpPr>
        <p:spPr/>
        <p:txBody>
          <a:bodyPr/>
          <a:lstStyle/>
          <a:p>
            <a:r>
              <a:rPr lang="en-US" dirty="0"/>
              <a:t>Using AI in [course] assessment</a:t>
            </a:r>
          </a:p>
        </p:txBody>
      </p:sp>
    </p:spTree>
    <p:extLst>
      <p:ext uri="{BB962C8B-B14F-4D97-AF65-F5344CB8AC3E}">
        <p14:creationId xmlns:p14="http://schemas.microsoft.com/office/powerpoint/2010/main" val="4178108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2CB24-851A-34C2-03C0-D3FA89CCFA3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F8910F5-60D1-9378-56A2-5AC2167DBDFD}"/>
              </a:ext>
            </a:extLst>
          </p:cNvPr>
          <p:cNvSpPr>
            <a:spLocks noGrp="1"/>
          </p:cNvSpPr>
          <p:nvPr>
            <p:ph sz="quarter" idx="10"/>
          </p:nvPr>
        </p:nvSpPr>
        <p:spPr>
          <a:xfrm>
            <a:off x="695326" y="2030400"/>
            <a:ext cx="5400674" cy="4063640"/>
          </a:xfrm>
        </p:spPr>
        <p:txBody>
          <a:bodyPr/>
          <a:lstStyle/>
          <a:p>
            <a:r>
              <a:rPr lang="en-US" sz="1600" b="0" dirty="0">
                <a:solidFill>
                  <a:schemeClr val="tx1"/>
                </a:solidFill>
              </a:rPr>
              <a:t>[INSERT RELEVANT AI STATEMENT]</a:t>
            </a:r>
          </a:p>
        </p:txBody>
      </p:sp>
      <p:sp>
        <p:nvSpPr>
          <p:cNvPr id="3" name="Title 2">
            <a:extLst>
              <a:ext uri="{FF2B5EF4-FFF2-40B4-BE49-F238E27FC236}">
                <a16:creationId xmlns:a16="http://schemas.microsoft.com/office/drawing/2014/main" id="{24B4D364-D4DC-26ED-E0E9-F9FC4BA6B813}"/>
              </a:ext>
            </a:extLst>
          </p:cNvPr>
          <p:cNvSpPr>
            <a:spLocks noGrp="1"/>
          </p:cNvSpPr>
          <p:nvPr>
            <p:ph type="title"/>
          </p:nvPr>
        </p:nvSpPr>
        <p:spPr/>
        <p:txBody>
          <a:bodyPr/>
          <a:lstStyle/>
          <a:p>
            <a:r>
              <a:rPr lang="en-US" dirty="0"/>
              <a:t>Assessment # – ITEM</a:t>
            </a:r>
          </a:p>
        </p:txBody>
      </p:sp>
      <p:sp>
        <p:nvSpPr>
          <p:cNvPr id="4" name="Footer Placeholder 3">
            <a:extLst>
              <a:ext uri="{FF2B5EF4-FFF2-40B4-BE49-F238E27FC236}">
                <a16:creationId xmlns:a16="http://schemas.microsoft.com/office/drawing/2014/main" id="{DE9AC5F3-1B1B-5EDA-9EBD-397EC5533700}"/>
              </a:ext>
            </a:extLst>
          </p:cNvPr>
          <p:cNvSpPr>
            <a:spLocks noGrp="1"/>
          </p:cNvSpPr>
          <p:nvPr>
            <p:ph type="ftr" sz="quarter" idx="17"/>
          </p:nvPr>
        </p:nvSpPr>
        <p:spPr/>
        <p:txBody>
          <a:bodyPr/>
          <a:lstStyle/>
          <a:p>
            <a:endParaRPr lang="en-AU" dirty="0"/>
          </a:p>
        </p:txBody>
      </p:sp>
      <p:sp>
        <p:nvSpPr>
          <p:cNvPr id="5" name="Slide Number Placeholder 4">
            <a:extLst>
              <a:ext uri="{FF2B5EF4-FFF2-40B4-BE49-F238E27FC236}">
                <a16:creationId xmlns:a16="http://schemas.microsoft.com/office/drawing/2014/main" id="{D47882F5-912B-741F-46BE-DF5988AB971E}"/>
              </a:ext>
            </a:extLst>
          </p:cNvPr>
          <p:cNvSpPr>
            <a:spLocks noGrp="1"/>
          </p:cNvSpPr>
          <p:nvPr>
            <p:ph type="sldNum" sz="quarter" idx="18"/>
          </p:nvPr>
        </p:nvSpPr>
        <p:spPr/>
        <p:txBody>
          <a:bodyPr/>
          <a:lstStyle/>
          <a:p>
            <a:fld id="{E917DE0E-AFB1-41FD-BC35-27DB61CA125F}" type="slidenum">
              <a:rPr lang="en-AU" smtClean="0"/>
              <a:pPr/>
              <a:t>4</a:t>
            </a:fld>
            <a:endParaRPr lang="en-AU" dirty="0"/>
          </a:p>
        </p:txBody>
      </p:sp>
      <p:sp>
        <p:nvSpPr>
          <p:cNvPr id="6" name="Text Placeholder 5">
            <a:extLst>
              <a:ext uri="{FF2B5EF4-FFF2-40B4-BE49-F238E27FC236}">
                <a16:creationId xmlns:a16="http://schemas.microsoft.com/office/drawing/2014/main" id="{6A1A68F0-8760-6582-DE41-85E6226E8001}"/>
              </a:ext>
            </a:extLst>
          </p:cNvPr>
          <p:cNvSpPr>
            <a:spLocks noGrp="1"/>
          </p:cNvSpPr>
          <p:nvPr>
            <p:ph type="body" sz="quarter" idx="31"/>
          </p:nvPr>
        </p:nvSpPr>
        <p:spPr/>
        <p:txBody>
          <a:bodyPr/>
          <a:lstStyle/>
          <a:p>
            <a:r>
              <a:rPr lang="en-US" dirty="0"/>
              <a:t>[course code] – [course name]</a:t>
            </a:r>
          </a:p>
        </p:txBody>
      </p:sp>
      <p:sp>
        <p:nvSpPr>
          <p:cNvPr id="7" name="Rectangle 6">
            <a:extLst>
              <a:ext uri="{FF2B5EF4-FFF2-40B4-BE49-F238E27FC236}">
                <a16:creationId xmlns:a16="http://schemas.microsoft.com/office/drawing/2014/main" id="{65B73FDC-C0ED-DCE9-365E-FE03129620C5}"/>
              </a:ext>
            </a:extLst>
          </p:cNvPr>
          <p:cNvSpPr/>
          <p:nvPr/>
        </p:nvSpPr>
        <p:spPr>
          <a:xfrm>
            <a:off x="6528048" y="2030400"/>
            <a:ext cx="4895405" cy="406364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B3D3505-D552-58C8-74F8-6A934A43940E}"/>
              </a:ext>
            </a:extLst>
          </p:cNvPr>
          <p:cNvSpPr txBox="1"/>
          <p:nvPr/>
        </p:nvSpPr>
        <p:spPr>
          <a:xfrm>
            <a:off x="6629733" y="2132856"/>
            <a:ext cx="4578835" cy="3816424"/>
          </a:xfrm>
          <a:prstGeom prst="rect">
            <a:avLst/>
          </a:prstGeom>
          <a:noFill/>
        </p:spPr>
        <p:txBody>
          <a:bodyPr wrap="square" rtlCol="0">
            <a:noAutofit/>
          </a:bodyPr>
          <a:lstStyle/>
          <a:p>
            <a:r>
              <a:rPr lang="en-US" dirty="0"/>
              <a:t>Further detail., e.g. relevant ways to use AI, how to acknowledge if required, </a:t>
            </a:r>
          </a:p>
        </p:txBody>
      </p:sp>
    </p:spTree>
    <p:extLst>
      <p:ext uri="{BB962C8B-B14F-4D97-AF65-F5344CB8AC3E}">
        <p14:creationId xmlns:p14="http://schemas.microsoft.com/office/powerpoint/2010/main" val="3296247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F478B-0A61-1A50-1EB0-EFC6F2CC323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A06A8CD-6967-0F30-953F-548C89E8CE70}"/>
              </a:ext>
            </a:extLst>
          </p:cNvPr>
          <p:cNvSpPr>
            <a:spLocks noGrp="1"/>
          </p:cNvSpPr>
          <p:nvPr>
            <p:ph sz="quarter" idx="10"/>
          </p:nvPr>
        </p:nvSpPr>
        <p:spPr>
          <a:xfrm>
            <a:off x="695326" y="2030400"/>
            <a:ext cx="5400674" cy="4063640"/>
          </a:xfrm>
        </p:spPr>
        <p:txBody>
          <a:bodyPr/>
          <a:lstStyle/>
          <a:p>
            <a:r>
              <a:rPr lang="en-US" sz="1600" b="0" dirty="0">
                <a:solidFill>
                  <a:schemeClr val="tx1"/>
                </a:solidFill>
              </a:rPr>
              <a:t>[INSERT RELEVANT AI STATEMENT]</a:t>
            </a:r>
          </a:p>
        </p:txBody>
      </p:sp>
      <p:sp>
        <p:nvSpPr>
          <p:cNvPr id="3" name="Title 2">
            <a:extLst>
              <a:ext uri="{FF2B5EF4-FFF2-40B4-BE49-F238E27FC236}">
                <a16:creationId xmlns:a16="http://schemas.microsoft.com/office/drawing/2014/main" id="{379ABB5B-68D9-368A-3433-598CB7BE7C99}"/>
              </a:ext>
            </a:extLst>
          </p:cNvPr>
          <p:cNvSpPr>
            <a:spLocks noGrp="1"/>
          </p:cNvSpPr>
          <p:nvPr>
            <p:ph type="title"/>
          </p:nvPr>
        </p:nvSpPr>
        <p:spPr/>
        <p:txBody>
          <a:bodyPr/>
          <a:lstStyle/>
          <a:p>
            <a:r>
              <a:rPr lang="en-US" dirty="0"/>
              <a:t>Assessment # – ITEM</a:t>
            </a:r>
          </a:p>
        </p:txBody>
      </p:sp>
      <p:sp>
        <p:nvSpPr>
          <p:cNvPr id="4" name="Footer Placeholder 3">
            <a:extLst>
              <a:ext uri="{FF2B5EF4-FFF2-40B4-BE49-F238E27FC236}">
                <a16:creationId xmlns:a16="http://schemas.microsoft.com/office/drawing/2014/main" id="{55FEB7C5-9C79-1A2F-2214-3CE6AD704C97}"/>
              </a:ext>
            </a:extLst>
          </p:cNvPr>
          <p:cNvSpPr>
            <a:spLocks noGrp="1"/>
          </p:cNvSpPr>
          <p:nvPr>
            <p:ph type="ftr" sz="quarter" idx="17"/>
          </p:nvPr>
        </p:nvSpPr>
        <p:spPr/>
        <p:txBody>
          <a:bodyPr/>
          <a:lstStyle/>
          <a:p>
            <a:endParaRPr lang="en-AU" dirty="0"/>
          </a:p>
        </p:txBody>
      </p:sp>
      <p:sp>
        <p:nvSpPr>
          <p:cNvPr id="5" name="Slide Number Placeholder 4">
            <a:extLst>
              <a:ext uri="{FF2B5EF4-FFF2-40B4-BE49-F238E27FC236}">
                <a16:creationId xmlns:a16="http://schemas.microsoft.com/office/drawing/2014/main" id="{72B66254-842B-6F8B-D8EC-145C1F9DB0F9}"/>
              </a:ext>
            </a:extLst>
          </p:cNvPr>
          <p:cNvSpPr>
            <a:spLocks noGrp="1"/>
          </p:cNvSpPr>
          <p:nvPr>
            <p:ph type="sldNum" sz="quarter" idx="18"/>
          </p:nvPr>
        </p:nvSpPr>
        <p:spPr/>
        <p:txBody>
          <a:bodyPr/>
          <a:lstStyle/>
          <a:p>
            <a:fld id="{E917DE0E-AFB1-41FD-BC35-27DB61CA125F}" type="slidenum">
              <a:rPr lang="en-AU" smtClean="0"/>
              <a:pPr/>
              <a:t>5</a:t>
            </a:fld>
            <a:endParaRPr lang="en-AU" dirty="0"/>
          </a:p>
        </p:txBody>
      </p:sp>
      <p:sp>
        <p:nvSpPr>
          <p:cNvPr id="6" name="Text Placeholder 5">
            <a:extLst>
              <a:ext uri="{FF2B5EF4-FFF2-40B4-BE49-F238E27FC236}">
                <a16:creationId xmlns:a16="http://schemas.microsoft.com/office/drawing/2014/main" id="{AFB55FC4-2E08-97D7-4092-6043807C3C5F}"/>
              </a:ext>
            </a:extLst>
          </p:cNvPr>
          <p:cNvSpPr>
            <a:spLocks noGrp="1"/>
          </p:cNvSpPr>
          <p:nvPr>
            <p:ph type="body" sz="quarter" idx="31"/>
          </p:nvPr>
        </p:nvSpPr>
        <p:spPr/>
        <p:txBody>
          <a:bodyPr/>
          <a:lstStyle/>
          <a:p>
            <a:r>
              <a:rPr lang="en-US" dirty="0"/>
              <a:t>[course code] – [course name]</a:t>
            </a:r>
          </a:p>
        </p:txBody>
      </p:sp>
      <p:sp>
        <p:nvSpPr>
          <p:cNvPr id="7" name="Rectangle 6">
            <a:extLst>
              <a:ext uri="{FF2B5EF4-FFF2-40B4-BE49-F238E27FC236}">
                <a16:creationId xmlns:a16="http://schemas.microsoft.com/office/drawing/2014/main" id="{1714CF55-E8A0-906D-5AB7-1C6E22EFB102}"/>
              </a:ext>
            </a:extLst>
          </p:cNvPr>
          <p:cNvSpPr/>
          <p:nvPr/>
        </p:nvSpPr>
        <p:spPr>
          <a:xfrm>
            <a:off x="6528048" y="2030400"/>
            <a:ext cx="4895405" cy="406364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55C03A9-93D5-432B-AA94-314ED23788B5}"/>
              </a:ext>
            </a:extLst>
          </p:cNvPr>
          <p:cNvSpPr txBox="1"/>
          <p:nvPr/>
        </p:nvSpPr>
        <p:spPr>
          <a:xfrm>
            <a:off x="6629733" y="2132856"/>
            <a:ext cx="4578835" cy="3816424"/>
          </a:xfrm>
          <a:prstGeom prst="rect">
            <a:avLst/>
          </a:prstGeom>
          <a:noFill/>
        </p:spPr>
        <p:txBody>
          <a:bodyPr wrap="square" rtlCol="0">
            <a:noAutofit/>
          </a:bodyPr>
          <a:lstStyle/>
          <a:p>
            <a:r>
              <a:rPr lang="en-US" dirty="0"/>
              <a:t>Further detail., e.g. relevant ways to use AI, how to acknowledge if required, </a:t>
            </a:r>
          </a:p>
        </p:txBody>
      </p:sp>
    </p:spTree>
    <p:extLst>
      <p:ext uri="{BB962C8B-B14F-4D97-AF65-F5344CB8AC3E}">
        <p14:creationId xmlns:p14="http://schemas.microsoft.com/office/powerpoint/2010/main" val="3496231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615B3-6417-3418-0FEF-26C4774F039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9C43F68-A843-FA4A-596F-2DC18C40CA9F}"/>
              </a:ext>
            </a:extLst>
          </p:cNvPr>
          <p:cNvSpPr>
            <a:spLocks noGrp="1"/>
          </p:cNvSpPr>
          <p:nvPr>
            <p:ph sz="quarter" idx="10"/>
          </p:nvPr>
        </p:nvSpPr>
        <p:spPr>
          <a:xfrm>
            <a:off x="695326" y="2030400"/>
            <a:ext cx="5400674" cy="4063640"/>
          </a:xfrm>
        </p:spPr>
        <p:txBody>
          <a:bodyPr/>
          <a:lstStyle/>
          <a:p>
            <a:r>
              <a:rPr lang="en-US" sz="1600" b="0" dirty="0">
                <a:solidFill>
                  <a:schemeClr val="tx1"/>
                </a:solidFill>
              </a:rPr>
              <a:t>[INSERT RELEVANT AI STATEMENT]</a:t>
            </a:r>
          </a:p>
        </p:txBody>
      </p:sp>
      <p:sp>
        <p:nvSpPr>
          <p:cNvPr id="3" name="Title 2">
            <a:extLst>
              <a:ext uri="{FF2B5EF4-FFF2-40B4-BE49-F238E27FC236}">
                <a16:creationId xmlns:a16="http://schemas.microsoft.com/office/drawing/2014/main" id="{FB055993-19E1-9856-3E2B-0603A9E7E260}"/>
              </a:ext>
            </a:extLst>
          </p:cNvPr>
          <p:cNvSpPr>
            <a:spLocks noGrp="1"/>
          </p:cNvSpPr>
          <p:nvPr>
            <p:ph type="title"/>
          </p:nvPr>
        </p:nvSpPr>
        <p:spPr/>
        <p:txBody>
          <a:bodyPr/>
          <a:lstStyle/>
          <a:p>
            <a:r>
              <a:rPr lang="en-US" dirty="0"/>
              <a:t>Assessment # – ITEM</a:t>
            </a:r>
          </a:p>
        </p:txBody>
      </p:sp>
      <p:sp>
        <p:nvSpPr>
          <p:cNvPr id="4" name="Footer Placeholder 3">
            <a:extLst>
              <a:ext uri="{FF2B5EF4-FFF2-40B4-BE49-F238E27FC236}">
                <a16:creationId xmlns:a16="http://schemas.microsoft.com/office/drawing/2014/main" id="{F8C921EE-F26D-A7AD-3F48-EEF53B245A58}"/>
              </a:ext>
            </a:extLst>
          </p:cNvPr>
          <p:cNvSpPr>
            <a:spLocks noGrp="1"/>
          </p:cNvSpPr>
          <p:nvPr>
            <p:ph type="ftr" sz="quarter" idx="17"/>
          </p:nvPr>
        </p:nvSpPr>
        <p:spPr/>
        <p:txBody>
          <a:bodyPr/>
          <a:lstStyle/>
          <a:p>
            <a:endParaRPr lang="en-AU" dirty="0"/>
          </a:p>
        </p:txBody>
      </p:sp>
      <p:sp>
        <p:nvSpPr>
          <p:cNvPr id="5" name="Slide Number Placeholder 4">
            <a:extLst>
              <a:ext uri="{FF2B5EF4-FFF2-40B4-BE49-F238E27FC236}">
                <a16:creationId xmlns:a16="http://schemas.microsoft.com/office/drawing/2014/main" id="{EBA58C5E-4182-72F0-B20B-CDB53401CCAB}"/>
              </a:ext>
            </a:extLst>
          </p:cNvPr>
          <p:cNvSpPr>
            <a:spLocks noGrp="1"/>
          </p:cNvSpPr>
          <p:nvPr>
            <p:ph type="sldNum" sz="quarter" idx="18"/>
          </p:nvPr>
        </p:nvSpPr>
        <p:spPr/>
        <p:txBody>
          <a:bodyPr/>
          <a:lstStyle/>
          <a:p>
            <a:fld id="{E917DE0E-AFB1-41FD-BC35-27DB61CA125F}" type="slidenum">
              <a:rPr lang="en-AU" smtClean="0"/>
              <a:pPr/>
              <a:t>6</a:t>
            </a:fld>
            <a:endParaRPr lang="en-AU" dirty="0"/>
          </a:p>
        </p:txBody>
      </p:sp>
      <p:sp>
        <p:nvSpPr>
          <p:cNvPr id="6" name="Text Placeholder 5">
            <a:extLst>
              <a:ext uri="{FF2B5EF4-FFF2-40B4-BE49-F238E27FC236}">
                <a16:creationId xmlns:a16="http://schemas.microsoft.com/office/drawing/2014/main" id="{75E349F8-6FF8-B34D-F47E-936C3B920E86}"/>
              </a:ext>
            </a:extLst>
          </p:cNvPr>
          <p:cNvSpPr>
            <a:spLocks noGrp="1"/>
          </p:cNvSpPr>
          <p:nvPr>
            <p:ph type="body" sz="quarter" idx="31"/>
          </p:nvPr>
        </p:nvSpPr>
        <p:spPr/>
        <p:txBody>
          <a:bodyPr/>
          <a:lstStyle/>
          <a:p>
            <a:r>
              <a:rPr lang="en-US" dirty="0"/>
              <a:t>[course code] – [course name]</a:t>
            </a:r>
          </a:p>
        </p:txBody>
      </p:sp>
      <p:sp>
        <p:nvSpPr>
          <p:cNvPr id="7" name="Rectangle 6">
            <a:extLst>
              <a:ext uri="{FF2B5EF4-FFF2-40B4-BE49-F238E27FC236}">
                <a16:creationId xmlns:a16="http://schemas.microsoft.com/office/drawing/2014/main" id="{0665231A-A0C9-08F1-7827-336BD7221D6D}"/>
              </a:ext>
            </a:extLst>
          </p:cNvPr>
          <p:cNvSpPr/>
          <p:nvPr/>
        </p:nvSpPr>
        <p:spPr>
          <a:xfrm>
            <a:off x="6528048" y="2030400"/>
            <a:ext cx="4895405" cy="406364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84FBFCE-6827-67D9-1237-45488E8CAF96}"/>
              </a:ext>
            </a:extLst>
          </p:cNvPr>
          <p:cNvSpPr txBox="1"/>
          <p:nvPr/>
        </p:nvSpPr>
        <p:spPr>
          <a:xfrm>
            <a:off x="6629733" y="2132856"/>
            <a:ext cx="4578835" cy="3816424"/>
          </a:xfrm>
          <a:prstGeom prst="rect">
            <a:avLst/>
          </a:prstGeom>
          <a:noFill/>
        </p:spPr>
        <p:txBody>
          <a:bodyPr wrap="square" rtlCol="0">
            <a:noAutofit/>
          </a:bodyPr>
          <a:lstStyle/>
          <a:p>
            <a:r>
              <a:rPr lang="en-US" dirty="0"/>
              <a:t>Further detail., e.g. relevant ways to use AI, how to acknowledge if required, </a:t>
            </a:r>
          </a:p>
        </p:txBody>
      </p:sp>
    </p:spTree>
    <p:extLst>
      <p:ext uri="{BB962C8B-B14F-4D97-AF65-F5344CB8AC3E}">
        <p14:creationId xmlns:p14="http://schemas.microsoft.com/office/powerpoint/2010/main" val="2887122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A375C-8B71-7989-4D74-00A8DACB94E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A882006-C0AE-7DFF-BF27-82EEED019EC4}"/>
              </a:ext>
            </a:extLst>
          </p:cNvPr>
          <p:cNvSpPr>
            <a:spLocks noGrp="1"/>
          </p:cNvSpPr>
          <p:nvPr>
            <p:ph sz="quarter" idx="10"/>
          </p:nvPr>
        </p:nvSpPr>
        <p:spPr>
          <a:xfrm>
            <a:off x="695326" y="2030400"/>
            <a:ext cx="4536578" cy="4063640"/>
          </a:xfrm>
        </p:spPr>
        <p:txBody>
          <a:bodyPr/>
          <a:lstStyle/>
          <a:p>
            <a:r>
              <a:rPr lang="en-AU" sz="1600" b="0" dirty="0">
                <a:solidFill>
                  <a:schemeClr val="tx1"/>
                </a:solidFill>
              </a:rPr>
              <a:t>Artificial Intelligence (AI) and Machine Translation (MT) are emerging tools that may support students in completing this assessment task. Students may appropriately use AI and/or MT in completing this assessment task. Students must clearly reference any use of AI or MT in each instance.</a:t>
            </a:r>
          </a:p>
          <a:p>
            <a:r>
              <a:rPr lang="en-AU" sz="1600" b="0" dirty="0">
                <a:solidFill>
                  <a:schemeClr val="tx1"/>
                </a:solidFill>
              </a:rPr>
              <a:t>A failure to reference generative AI or MT use may constitute student misconduct under the Student Code of Conduct.</a:t>
            </a:r>
          </a:p>
        </p:txBody>
      </p:sp>
      <p:sp>
        <p:nvSpPr>
          <p:cNvPr id="3" name="Title 2">
            <a:extLst>
              <a:ext uri="{FF2B5EF4-FFF2-40B4-BE49-F238E27FC236}">
                <a16:creationId xmlns:a16="http://schemas.microsoft.com/office/drawing/2014/main" id="{948112FB-2027-5994-94A5-C835FA604632}"/>
              </a:ext>
            </a:extLst>
          </p:cNvPr>
          <p:cNvSpPr>
            <a:spLocks noGrp="1"/>
          </p:cNvSpPr>
          <p:nvPr>
            <p:ph type="title"/>
          </p:nvPr>
        </p:nvSpPr>
        <p:spPr/>
        <p:txBody>
          <a:bodyPr/>
          <a:lstStyle/>
          <a:p>
            <a:r>
              <a:rPr lang="en-US" dirty="0"/>
              <a:t>Assessment 1 – Research essay</a:t>
            </a:r>
          </a:p>
        </p:txBody>
      </p:sp>
      <p:sp>
        <p:nvSpPr>
          <p:cNvPr id="4" name="Footer Placeholder 3">
            <a:extLst>
              <a:ext uri="{FF2B5EF4-FFF2-40B4-BE49-F238E27FC236}">
                <a16:creationId xmlns:a16="http://schemas.microsoft.com/office/drawing/2014/main" id="{2A8B463C-9FED-9FA9-B06D-8B629916D27A}"/>
              </a:ext>
            </a:extLst>
          </p:cNvPr>
          <p:cNvSpPr>
            <a:spLocks noGrp="1"/>
          </p:cNvSpPr>
          <p:nvPr>
            <p:ph type="ftr" sz="quarter" idx="17"/>
          </p:nvPr>
        </p:nvSpPr>
        <p:spPr/>
        <p:txBody>
          <a:bodyPr/>
          <a:lstStyle/>
          <a:p>
            <a:endParaRPr lang="en-AU" dirty="0"/>
          </a:p>
        </p:txBody>
      </p:sp>
      <p:sp>
        <p:nvSpPr>
          <p:cNvPr id="5" name="Slide Number Placeholder 4">
            <a:extLst>
              <a:ext uri="{FF2B5EF4-FFF2-40B4-BE49-F238E27FC236}">
                <a16:creationId xmlns:a16="http://schemas.microsoft.com/office/drawing/2014/main" id="{54FF59AE-3CB1-7277-0B4D-01206E79D546}"/>
              </a:ext>
            </a:extLst>
          </p:cNvPr>
          <p:cNvSpPr>
            <a:spLocks noGrp="1"/>
          </p:cNvSpPr>
          <p:nvPr>
            <p:ph type="sldNum" sz="quarter" idx="18"/>
          </p:nvPr>
        </p:nvSpPr>
        <p:spPr/>
        <p:txBody>
          <a:bodyPr/>
          <a:lstStyle/>
          <a:p>
            <a:fld id="{E917DE0E-AFB1-41FD-BC35-27DB61CA125F}" type="slidenum">
              <a:rPr lang="en-AU" smtClean="0"/>
              <a:pPr/>
              <a:t>7</a:t>
            </a:fld>
            <a:endParaRPr lang="en-AU" dirty="0"/>
          </a:p>
        </p:txBody>
      </p:sp>
      <p:sp>
        <p:nvSpPr>
          <p:cNvPr id="6" name="Text Placeholder 5">
            <a:extLst>
              <a:ext uri="{FF2B5EF4-FFF2-40B4-BE49-F238E27FC236}">
                <a16:creationId xmlns:a16="http://schemas.microsoft.com/office/drawing/2014/main" id="{C0C6CC07-1BD4-B2A9-D00D-56CD67B4F95F}"/>
              </a:ext>
            </a:extLst>
          </p:cNvPr>
          <p:cNvSpPr>
            <a:spLocks noGrp="1"/>
          </p:cNvSpPr>
          <p:nvPr>
            <p:ph type="body" sz="quarter" idx="31"/>
          </p:nvPr>
        </p:nvSpPr>
        <p:spPr/>
        <p:txBody>
          <a:bodyPr/>
          <a:lstStyle/>
          <a:p>
            <a:r>
              <a:rPr lang="en-US" dirty="0"/>
              <a:t>ABCD1234 – Introduction to business</a:t>
            </a:r>
          </a:p>
        </p:txBody>
      </p:sp>
      <p:sp>
        <p:nvSpPr>
          <p:cNvPr id="7" name="Rectangle 6">
            <a:extLst>
              <a:ext uri="{FF2B5EF4-FFF2-40B4-BE49-F238E27FC236}">
                <a16:creationId xmlns:a16="http://schemas.microsoft.com/office/drawing/2014/main" id="{5A5726AD-4299-1579-4ABD-606E600AA1BE}"/>
              </a:ext>
            </a:extLst>
          </p:cNvPr>
          <p:cNvSpPr/>
          <p:nvPr/>
        </p:nvSpPr>
        <p:spPr>
          <a:xfrm>
            <a:off x="6528048" y="2030400"/>
            <a:ext cx="4895405" cy="406364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0A0DCBA-C47F-5144-5789-AFB9DE5CF87A}"/>
              </a:ext>
            </a:extLst>
          </p:cNvPr>
          <p:cNvSpPr txBox="1"/>
          <p:nvPr/>
        </p:nvSpPr>
        <p:spPr>
          <a:xfrm>
            <a:off x="6629733" y="2132856"/>
            <a:ext cx="4578835" cy="3816424"/>
          </a:xfrm>
          <a:prstGeom prst="rect">
            <a:avLst/>
          </a:prstGeom>
          <a:noFill/>
        </p:spPr>
        <p:txBody>
          <a:bodyPr wrap="square" rtlCol="0">
            <a:noAutofit/>
          </a:bodyPr>
          <a:lstStyle/>
          <a:p>
            <a:r>
              <a:rPr lang="en-US" sz="1600" b="1" dirty="0"/>
              <a:t>AI Statement of Use</a:t>
            </a:r>
          </a:p>
          <a:p>
            <a:endParaRPr lang="en-US" sz="1600" dirty="0"/>
          </a:p>
          <a:p>
            <a:r>
              <a:rPr lang="en-US" sz="1600" dirty="0"/>
              <a:t>You are required to include a brief statement (100-150 words) explaining how you used AI in this assessment. You should address the following questions:</a:t>
            </a:r>
          </a:p>
          <a:p>
            <a:endParaRPr lang="en-US" sz="1600" dirty="0"/>
          </a:p>
          <a:p>
            <a:pPr marL="285750" indent="-285750">
              <a:buFont typeface="Arial" panose="020B0604020202020204" pitchFamily="34" charset="0"/>
              <a:buChar char="•"/>
            </a:pPr>
            <a:r>
              <a:rPr lang="en-US" sz="1600" dirty="0"/>
              <a:t>How did you determine how AI was going to support, not replace, your cognitive work for this task? </a:t>
            </a:r>
          </a:p>
          <a:p>
            <a:pPr marL="285750" indent="-285750">
              <a:buFont typeface="Arial" panose="020B0604020202020204" pitchFamily="34" charset="0"/>
              <a:buChar char="•"/>
            </a:pPr>
            <a:r>
              <a:rPr lang="en-US" sz="1600" dirty="0"/>
              <a:t>Which AI tool/s did you decide to use and why? </a:t>
            </a:r>
          </a:p>
          <a:p>
            <a:pPr marL="285750" indent="-285750">
              <a:buFont typeface="Arial" panose="020B0604020202020204" pitchFamily="34" charset="0"/>
              <a:buChar char="•"/>
            </a:pPr>
            <a:r>
              <a:rPr lang="en-US" sz="1600" dirty="0"/>
              <a:t>How did you evaluate the AI tool’s outputs?</a:t>
            </a:r>
          </a:p>
          <a:p>
            <a:endParaRPr lang="en-US" sz="1600" dirty="0"/>
          </a:p>
        </p:txBody>
      </p:sp>
      <p:sp>
        <p:nvSpPr>
          <p:cNvPr id="9" name="TextBox 8">
            <a:extLst>
              <a:ext uri="{FF2B5EF4-FFF2-40B4-BE49-F238E27FC236}">
                <a16:creationId xmlns:a16="http://schemas.microsoft.com/office/drawing/2014/main" id="{FBC124CD-49F2-CB9E-DED0-AFB24C2647DB}"/>
              </a:ext>
            </a:extLst>
          </p:cNvPr>
          <p:cNvSpPr txBox="1"/>
          <p:nvPr/>
        </p:nvSpPr>
        <p:spPr>
          <a:xfrm>
            <a:off x="28003" y="38534"/>
            <a:ext cx="1082348" cy="369332"/>
          </a:xfrm>
          <a:prstGeom prst="rect">
            <a:avLst/>
          </a:prstGeom>
          <a:noFill/>
        </p:spPr>
        <p:txBody>
          <a:bodyPr wrap="none" rtlCol="0">
            <a:spAutoFit/>
          </a:bodyPr>
          <a:lstStyle/>
          <a:p>
            <a:r>
              <a:rPr lang="en-US" dirty="0">
                <a:highlight>
                  <a:srgbClr val="FFFF00"/>
                </a:highlight>
              </a:rPr>
              <a:t>Example</a:t>
            </a:r>
          </a:p>
        </p:txBody>
      </p:sp>
    </p:spTree>
    <p:extLst>
      <p:ext uri="{BB962C8B-B14F-4D97-AF65-F5344CB8AC3E}">
        <p14:creationId xmlns:p14="http://schemas.microsoft.com/office/powerpoint/2010/main" val="198974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17BE8-5EEE-5D7B-614A-E0C379D3B96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5666202-CDB0-36DD-8382-8D24D11E9F01}"/>
              </a:ext>
            </a:extLst>
          </p:cNvPr>
          <p:cNvSpPr>
            <a:spLocks noGrp="1"/>
          </p:cNvSpPr>
          <p:nvPr>
            <p:ph sz="quarter" idx="10"/>
          </p:nvPr>
        </p:nvSpPr>
        <p:spPr>
          <a:xfrm>
            <a:off x="695326" y="2030400"/>
            <a:ext cx="4536578" cy="4063640"/>
          </a:xfrm>
        </p:spPr>
        <p:txBody>
          <a:bodyPr/>
          <a:lstStyle/>
          <a:p>
            <a:r>
              <a:rPr lang="en-AU" sz="1600" b="0" dirty="0">
                <a:solidFill>
                  <a:schemeClr val="tx1"/>
                </a:solidFill>
              </a:rPr>
              <a:t>Artificial Intelligence (AI) and Machine Translation (MT) are emerging tools that may support students in completing this assessment task. Students may appropriately use AI and/or MT in completing this assessment task. Students must clearly reference any use of AI or MT in each instance.</a:t>
            </a:r>
          </a:p>
          <a:p>
            <a:r>
              <a:rPr lang="en-AU" sz="1600" b="0" dirty="0">
                <a:solidFill>
                  <a:schemeClr val="tx1"/>
                </a:solidFill>
              </a:rPr>
              <a:t>A failure to reference generative AI or MT use may constitute student misconduct under the Student Code of Conduct.</a:t>
            </a:r>
          </a:p>
        </p:txBody>
      </p:sp>
      <p:sp>
        <p:nvSpPr>
          <p:cNvPr id="3" name="Title 2">
            <a:extLst>
              <a:ext uri="{FF2B5EF4-FFF2-40B4-BE49-F238E27FC236}">
                <a16:creationId xmlns:a16="http://schemas.microsoft.com/office/drawing/2014/main" id="{FD35501D-8AED-350F-2EF1-BB6920CD1A49}"/>
              </a:ext>
            </a:extLst>
          </p:cNvPr>
          <p:cNvSpPr>
            <a:spLocks noGrp="1"/>
          </p:cNvSpPr>
          <p:nvPr>
            <p:ph type="title"/>
          </p:nvPr>
        </p:nvSpPr>
        <p:spPr/>
        <p:txBody>
          <a:bodyPr/>
          <a:lstStyle/>
          <a:p>
            <a:r>
              <a:rPr lang="en-US" dirty="0"/>
              <a:t>Assessment 1 – Law Reform Submission</a:t>
            </a:r>
          </a:p>
        </p:txBody>
      </p:sp>
      <p:sp>
        <p:nvSpPr>
          <p:cNvPr id="4" name="Footer Placeholder 3">
            <a:extLst>
              <a:ext uri="{FF2B5EF4-FFF2-40B4-BE49-F238E27FC236}">
                <a16:creationId xmlns:a16="http://schemas.microsoft.com/office/drawing/2014/main" id="{B859CB34-DFDF-53C6-8905-6E6A276498F4}"/>
              </a:ext>
            </a:extLst>
          </p:cNvPr>
          <p:cNvSpPr>
            <a:spLocks noGrp="1"/>
          </p:cNvSpPr>
          <p:nvPr>
            <p:ph type="ftr" sz="quarter" idx="17"/>
          </p:nvPr>
        </p:nvSpPr>
        <p:spPr/>
        <p:txBody>
          <a:bodyPr/>
          <a:lstStyle/>
          <a:p>
            <a:endParaRPr lang="en-AU" dirty="0"/>
          </a:p>
        </p:txBody>
      </p:sp>
      <p:sp>
        <p:nvSpPr>
          <p:cNvPr id="5" name="Slide Number Placeholder 4">
            <a:extLst>
              <a:ext uri="{FF2B5EF4-FFF2-40B4-BE49-F238E27FC236}">
                <a16:creationId xmlns:a16="http://schemas.microsoft.com/office/drawing/2014/main" id="{AA941A44-02AC-DE99-1EAF-4E605D462CAC}"/>
              </a:ext>
            </a:extLst>
          </p:cNvPr>
          <p:cNvSpPr>
            <a:spLocks noGrp="1"/>
          </p:cNvSpPr>
          <p:nvPr>
            <p:ph type="sldNum" sz="quarter" idx="18"/>
          </p:nvPr>
        </p:nvSpPr>
        <p:spPr/>
        <p:txBody>
          <a:bodyPr/>
          <a:lstStyle/>
          <a:p>
            <a:fld id="{E917DE0E-AFB1-41FD-BC35-27DB61CA125F}" type="slidenum">
              <a:rPr lang="en-AU" smtClean="0"/>
              <a:pPr/>
              <a:t>8</a:t>
            </a:fld>
            <a:endParaRPr lang="en-AU" dirty="0"/>
          </a:p>
        </p:txBody>
      </p:sp>
      <p:sp>
        <p:nvSpPr>
          <p:cNvPr id="6" name="Text Placeholder 5">
            <a:extLst>
              <a:ext uri="{FF2B5EF4-FFF2-40B4-BE49-F238E27FC236}">
                <a16:creationId xmlns:a16="http://schemas.microsoft.com/office/drawing/2014/main" id="{1CF16EB8-C058-670C-11B4-41FC6DE39459}"/>
              </a:ext>
            </a:extLst>
          </p:cNvPr>
          <p:cNvSpPr>
            <a:spLocks noGrp="1"/>
          </p:cNvSpPr>
          <p:nvPr>
            <p:ph type="body" sz="quarter" idx="31"/>
          </p:nvPr>
        </p:nvSpPr>
        <p:spPr/>
        <p:txBody>
          <a:bodyPr/>
          <a:lstStyle/>
          <a:p>
            <a:r>
              <a:rPr lang="en-US" dirty="0"/>
              <a:t>ABCD1234 – Introduction to economics</a:t>
            </a:r>
          </a:p>
        </p:txBody>
      </p:sp>
      <p:sp>
        <p:nvSpPr>
          <p:cNvPr id="7" name="Rectangle 6">
            <a:extLst>
              <a:ext uri="{FF2B5EF4-FFF2-40B4-BE49-F238E27FC236}">
                <a16:creationId xmlns:a16="http://schemas.microsoft.com/office/drawing/2014/main" id="{655C4725-740C-9F1A-B876-6EB2F50A2B67}"/>
              </a:ext>
            </a:extLst>
          </p:cNvPr>
          <p:cNvSpPr/>
          <p:nvPr/>
        </p:nvSpPr>
        <p:spPr>
          <a:xfrm>
            <a:off x="6528048" y="2030400"/>
            <a:ext cx="4895405" cy="406364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0F5946EB-A7EF-ADF6-FEF3-04389B2BAB8E}"/>
              </a:ext>
            </a:extLst>
          </p:cNvPr>
          <p:cNvSpPr txBox="1"/>
          <p:nvPr/>
        </p:nvSpPr>
        <p:spPr>
          <a:xfrm>
            <a:off x="6629733" y="2132856"/>
            <a:ext cx="4578835" cy="3816424"/>
          </a:xfrm>
          <a:prstGeom prst="rect">
            <a:avLst/>
          </a:prstGeom>
          <a:noFill/>
        </p:spPr>
        <p:txBody>
          <a:bodyPr wrap="square" rtlCol="0">
            <a:noAutofit/>
          </a:bodyPr>
          <a:lstStyle/>
          <a:p>
            <a:r>
              <a:rPr lang="en-US" sz="1600" b="1" dirty="0"/>
              <a:t>AI Acknowledgement </a:t>
            </a:r>
          </a:p>
          <a:p>
            <a:endParaRPr lang="en-US" sz="1600" dirty="0"/>
          </a:p>
          <a:p>
            <a:r>
              <a:rPr lang="en-US" sz="1600" dirty="0"/>
              <a:t>You must complete the AI acknowledgement cover sheet for this assessment. The cover sheet is available on Blackboard. </a:t>
            </a:r>
          </a:p>
          <a:p>
            <a:endParaRPr lang="en-US" sz="1600" dirty="0"/>
          </a:p>
        </p:txBody>
      </p:sp>
      <p:sp>
        <p:nvSpPr>
          <p:cNvPr id="9" name="TextBox 8">
            <a:extLst>
              <a:ext uri="{FF2B5EF4-FFF2-40B4-BE49-F238E27FC236}">
                <a16:creationId xmlns:a16="http://schemas.microsoft.com/office/drawing/2014/main" id="{7295C86A-0BF9-ECBC-7234-F91F2A457BCD}"/>
              </a:ext>
            </a:extLst>
          </p:cNvPr>
          <p:cNvSpPr txBox="1"/>
          <p:nvPr/>
        </p:nvSpPr>
        <p:spPr>
          <a:xfrm>
            <a:off x="28003" y="38534"/>
            <a:ext cx="1082348" cy="369332"/>
          </a:xfrm>
          <a:prstGeom prst="rect">
            <a:avLst/>
          </a:prstGeom>
          <a:noFill/>
        </p:spPr>
        <p:txBody>
          <a:bodyPr wrap="none" rtlCol="0">
            <a:spAutoFit/>
          </a:bodyPr>
          <a:lstStyle/>
          <a:p>
            <a:r>
              <a:rPr lang="en-US" dirty="0">
                <a:highlight>
                  <a:srgbClr val="FFFF00"/>
                </a:highlight>
              </a:rPr>
              <a:t>Example</a:t>
            </a:r>
          </a:p>
        </p:txBody>
      </p:sp>
    </p:spTree>
    <p:extLst>
      <p:ext uri="{BB962C8B-B14F-4D97-AF65-F5344CB8AC3E}">
        <p14:creationId xmlns:p14="http://schemas.microsoft.com/office/powerpoint/2010/main" val="4160299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7124A-5562-0B7A-8A29-33CA088B299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416D2A1-A914-D22C-9767-8F6EB4127B04}"/>
              </a:ext>
            </a:extLst>
          </p:cNvPr>
          <p:cNvSpPr>
            <a:spLocks noGrp="1"/>
          </p:cNvSpPr>
          <p:nvPr>
            <p:ph sz="quarter" idx="10"/>
          </p:nvPr>
        </p:nvSpPr>
        <p:spPr>
          <a:xfrm>
            <a:off x="695326" y="2030400"/>
            <a:ext cx="4536578" cy="4063640"/>
          </a:xfrm>
        </p:spPr>
        <p:txBody>
          <a:bodyPr/>
          <a:lstStyle/>
          <a:p>
            <a:r>
              <a:rPr lang="en-US" sz="1600" b="0" dirty="0">
                <a:solidFill>
                  <a:schemeClr val="tx1"/>
                </a:solidFill>
              </a:rPr>
              <a:t>This assessment task is to be completed in-person. The use of generative Artificial Intelligence (AI) or Machine Translation (MT) tools will not be permitted. Any attempted use of AI or MT may constitute student misconduct under the Student Code of Conduct.</a:t>
            </a:r>
            <a:endParaRPr lang="en-US" sz="1600" dirty="0"/>
          </a:p>
        </p:txBody>
      </p:sp>
      <p:sp>
        <p:nvSpPr>
          <p:cNvPr id="3" name="Title 2">
            <a:extLst>
              <a:ext uri="{FF2B5EF4-FFF2-40B4-BE49-F238E27FC236}">
                <a16:creationId xmlns:a16="http://schemas.microsoft.com/office/drawing/2014/main" id="{866944EF-FC44-D234-C0EC-DC8F92149ED6}"/>
              </a:ext>
            </a:extLst>
          </p:cNvPr>
          <p:cNvSpPr>
            <a:spLocks noGrp="1"/>
          </p:cNvSpPr>
          <p:nvPr>
            <p:ph type="title"/>
          </p:nvPr>
        </p:nvSpPr>
        <p:spPr/>
        <p:txBody>
          <a:bodyPr/>
          <a:lstStyle/>
          <a:p>
            <a:r>
              <a:rPr lang="en-US" dirty="0"/>
              <a:t>Assessment 2 – Final Exam</a:t>
            </a:r>
          </a:p>
        </p:txBody>
      </p:sp>
      <p:sp>
        <p:nvSpPr>
          <p:cNvPr id="4" name="Footer Placeholder 3">
            <a:extLst>
              <a:ext uri="{FF2B5EF4-FFF2-40B4-BE49-F238E27FC236}">
                <a16:creationId xmlns:a16="http://schemas.microsoft.com/office/drawing/2014/main" id="{A7F4E875-A62F-432A-4115-B0618B8EDF98}"/>
              </a:ext>
            </a:extLst>
          </p:cNvPr>
          <p:cNvSpPr>
            <a:spLocks noGrp="1"/>
          </p:cNvSpPr>
          <p:nvPr>
            <p:ph type="ftr" sz="quarter" idx="17"/>
          </p:nvPr>
        </p:nvSpPr>
        <p:spPr/>
        <p:txBody>
          <a:bodyPr/>
          <a:lstStyle/>
          <a:p>
            <a:endParaRPr lang="en-AU" dirty="0"/>
          </a:p>
        </p:txBody>
      </p:sp>
      <p:sp>
        <p:nvSpPr>
          <p:cNvPr id="5" name="Slide Number Placeholder 4">
            <a:extLst>
              <a:ext uri="{FF2B5EF4-FFF2-40B4-BE49-F238E27FC236}">
                <a16:creationId xmlns:a16="http://schemas.microsoft.com/office/drawing/2014/main" id="{467B281F-3BC4-0BF8-A46D-38D45F42BEE5}"/>
              </a:ext>
            </a:extLst>
          </p:cNvPr>
          <p:cNvSpPr>
            <a:spLocks noGrp="1"/>
          </p:cNvSpPr>
          <p:nvPr>
            <p:ph type="sldNum" sz="quarter" idx="18"/>
          </p:nvPr>
        </p:nvSpPr>
        <p:spPr/>
        <p:txBody>
          <a:bodyPr/>
          <a:lstStyle/>
          <a:p>
            <a:fld id="{E917DE0E-AFB1-41FD-BC35-27DB61CA125F}" type="slidenum">
              <a:rPr lang="en-AU" smtClean="0"/>
              <a:pPr/>
              <a:t>9</a:t>
            </a:fld>
            <a:endParaRPr lang="en-AU" dirty="0"/>
          </a:p>
        </p:txBody>
      </p:sp>
      <p:sp>
        <p:nvSpPr>
          <p:cNvPr id="6" name="Text Placeholder 5">
            <a:extLst>
              <a:ext uri="{FF2B5EF4-FFF2-40B4-BE49-F238E27FC236}">
                <a16:creationId xmlns:a16="http://schemas.microsoft.com/office/drawing/2014/main" id="{BC3F5EBE-9807-222A-F6EF-9E47BCAF2D0D}"/>
              </a:ext>
            </a:extLst>
          </p:cNvPr>
          <p:cNvSpPr>
            <a:spLocks noGrp="1"/>
          </p:cNvSpPr>
          <p:nvPr>
            <p:ph type="body" sz="quarter" idx="31"/>
          </p:nvPr>
        </p:nvSpPr>
        <p:spPr/>
        <p:txBody>
          <a:bodyPr/>
          <a:lstStyle/>
          <a:p>
            <a:r>
              <a:rPr lang="en-US" dirty="0"/>
              <a:t>ABCD1234 – Introduction to law</a:t>
            </a:r>
          </a:p>
        </p:txBody>
      </p:sp>
      <p:sp>
        <p:nvSpPr>
          <p:cNvPr id="7" name="Rectangle 6">
            <a:extLst>
              <a:ext uri="{FF2B5EF4-FFF2-40B4-BE49-F238E27FC236}">
                <a16:creationId xmlns:a16="http://schemas.microsoft.com/office/drawing/2014/main" id="{136E311E-B2DD-29FE-93CF-8F87B238F8FC}"/>
              </a:ext>
            </a:extLst>
          </p:cNvPr>
          <p:cNvSpPr/>
          <p:nvPr/>
        </p:nvSpPr>
        <p:spPr>
          <a:xfrm>
            <a:off x="6528048" y="2030400"/>
            <a:ext cx="4895405" cy="406364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F924C3E-836F-E789-445C-3C372E250A45}"/>
              </a:ext>
            </a:extLst>
          </p:cNvPr>
          <p:cNvSpPr txBox="1"/>
          <p:nvPr/>
        </p:nvSpPr>
        <p:spPr>
          <a:xfrm>
            <a:off x="6629733" y="2132856"/>
            <a:ext cx="4578835" cy="3816424"/>
          </a:xfrm>
          <a:prstGeom prst="rect">
            <a:avLst/>
          </a:prstGeom>
          <a:noFill/>
        </p:spPr>
        <p:txBody>
          <a:bodyPr wrap="square" rtlCol="0">
            <a:noAutofit/>
          </a:bodyPr>
          <a:lstStyle/>
          <a:p>
            <a:pPr>
              <a:spcBef>
                <a:spcPts val="600"/>
              </a:spcBef>
              <a:spcAft>
                <a:spcPts val="600"/>
              </a:spcAft>
            </a:pPr>
            <a:r>
              <a:rPr lang="en-US" sz="1600" dirty="0"/>
              <a:t>You may use AI tools to </a:t>
            </a:r>
            <a:r>
              <a:rPr lang="en-US" sz="1600" b="1" dirty="0"/>
              <a:t>prepare</a:t>
            </a:r>
            <a:r>
              <a:rPr lang="en-US" sz="1600" dirty="0"/>
              <a:t> for your final exam. </a:t>
            </a:r>
          </a:p>
          <a:p>
            <a:pPr>
              <a:spcBef>
                <a:spcPts val="600"/>
              </a:spcBef>
              <a:spcAft>
                <a:spcPts val="600"/>
              </a:spcAft>
            </a:pPr>
            <a:r>
              <a:rPr lang="en-US" sz="1600" dirty="0"/>
              <a:t>Examples of use: </a:t>
            </a:r>
          </a:p>
          <a:p>
            <a:pPr marL="285750" indent="-285750">
              <a:spcBef>
                <a:spcPts val="600"/>
              </a:spcBef>
              <a:spcAft>
                <a:spcPts val="600"/>
              </a:spcAft>
              <a:buFont typeface="Arial" panose="020B0604020202020204" pitchFamily="34" charset="0"/>
              <a:buChar char="•"/>
            </a:pPr>
            <a:r>
              <a:rPr lang="en-US" sz="1600" dirty="0"/>
              <a:t>Ask </a:t>
            </a:r>
            <a:r>
              <a:rPr lang="en-US" sz="1600" dirty="0" err="1"/>
              <a:t>Lexis+AI</a:t>
            </a:r>
            <a:r>
              <a:rPr lang="en-US" sz="1600" dirty="0"/>
              <a:t> Protégé to clarify your understanding of course concepts. </a:t>
            </a:r>
          </a:p>
          <a:p>
            <a:pPr marL="285750" indent="-285750">
              <a:spcBef>
                <a:spcPts val="600"/>
              </a:spcBef>
              <a:spcAft>
                <a:spcPts val="600"/>
              </a:spcAft>
              <a:buFont typeface="Arial" panose="020B0604020202020204" pitchFamily="34" charset="0"/>
              <a:buChar char="•"/>
            </a:pPr>
            <a:r>
              <a:rPr lang="en-US" sz="1600" dirty="0"/>
              <a:t>Ask </a:t>
            </a:r>
            <a:r>
              <a:rPr lang="en-US" sz="1600" dirty="0" err="1"/>
              <a:t>Lexis+AI</a:t>
            </a:r>
            <a:r>
              <a:rPr lang="en-US" sz="1600" dirty="0"/>
              <a:t> Protégé to create hypothetical factual scenarios for you to practice answering. </a:t>
            </a:r>
          </a:p>
        </p:txBody>
      </p:sp>
      <p:sp>
        <p:nvSpPr>
          <p:cNvPr id="9" name="TextBox 8">
            <a:extLst>
              <a:ext uri="{FF2B5EF4-FFF2-40B4-BE49-F238E27FC236}">
                <a16:creationId xmlns:a16="http://schemas.microsoft.com/office/drawing/2014/main" id="{A65EF2C7-581B-E365-F926-C9D8553AC953}"/>
              </a:ext>
            </a:extLst>
          </p:cNvPr>
          <p:cNvSpPr txBox="1"/>
          <p:nvPr/>
        </p:nvSpPr>
        <p:spPr>
          <a:xfrm>
            <a:off x="28003" y="38534"/>
            <a:ext cx="1082348" cy="369332"/>
          </a:xfrm>
          <a:prstGeom prst="rect">
            <a:avLst/>
          </a:prstGeom>
          <a:noFill/>
        </p:spPr>
        <p:txBody>
          <a:bodyPr wrap="none" rtlCol="0">
            <a:spAutoFit/>
          </a:bodyPr>
          <a:lstStyle/>
          <a:p>
            <a:r>
              <a:rPr lang="en-US" dirty="0">
                <a:highlight>
                  <a:srgbClr val="FFFF00"/>
                </a:highlight>
              </a:rPr>
              <a:t>Example</a:t>
            </a:r>
          </a:p>
        </p:txBody>
      </p:sp>
    </p:spTree>
    <p:extLst>
      <p:ext uri="{BB962C8B-B14F-4D97-AF65-F5344CB8AC3E}">
        <p14:creationId xmlns:p14="http://schemas.microsoft.com/office/powerpoint/2010/main" val="1919195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46C0DCB-2626-4B53-B361-25C88FBC41C1}"/>
              </a:ext>
            </a:extLst>
          </p:cNvPr>
          <p:cNvSpPr>
            <a:spLocks noGrp="1"/>
          </p:cNvSpPr>
          <p:nvPr>
            <p:ph type="body" sz="quarter" idx="10"/>
          </p:nvPr>
        </p:nvSpPr>
        <p:spPr/>
        <p:txBody>
          <a:bodyPr/>
          <a:lstStyle/>
          <a:p>
            <a:r>
              <a:rPr lang="en-AU" dirty="0"/>
              <a:t>Dr Chloe Salisbury</a:t>
            </a:r>
          </a:p>
        </p:txBody>
      </p:sp>
      <p:sp>
        <p:nvSpPr>
          <p:cNvPr id="3" name="Title 2">
            <a:extLst>
              <a:ext uri="{FF2B5EF4-FFF2-40B4-BE49-F238E27FC236}">
                <a16:creationId xmlns:a16="http://schemas.microsoft.com/office/drawing/2014/main" id="{43C8F697-BD5F-4061-8478-16E70F40F4C7}"/>
              </a:ext>
            </a:extLst>
          </p:cNvPr>
          <p:cNvSpPr>
            <a:spLocks noGrp="1"/>
          </p:cNvSpPr>
          <p:nvPr>
            <p:ph type="title"/>
          </p:nvPr>
        </p:nvSpPr>
        <p:spPr/>
        <p:txBody>
          <a:bodyPr/>
          <a:lstStyle/>
          <a:p>
            <a:r>
              <a:rPr lang="en-AU" dirty="0"/>
              <a:t>Contact</a:t>
            </a:r>
          </a:p>
        </p:txBody>
      </p:sp>
      <p:sp>
        <p:nvSpPr>
          <p:cNvPr id="5" name="Text Placeholder 4">
            <a:extLst>
              <a:ext uri="{FF2B5EF4-FFF2-40B4-BE49-F238E27FC236}">
                <a16:creationId xmlns:a16="http://schemas.microsoft.com/office/drawing/2014/main" id="{AEBD93B7-F1C0-474E-A8DE-20D219C4EE41}"/>
              </a:ext>
            </a:extLst>
          </p:cNvPr>
          <p:cNvSpPr>
            <a:spLocks noGrp="1"/>
          </p:cNvSpPr>
          <p:nvPr>
            <p:ph type="body" sz="quarter" idx="17"/>
          </p:nvPr>
        </p:nvSpPr>
        <p:spPr>
          <a:xfrm>
            <a:off x="479394" y="3941136"/>
            <a:ext cx="2162451" cy="215444"/>
          </a:xfrm>
        </p:spPr>
        <p:txBody>
          <a:bodyPr/>
          <a:lstStyle/>
          <a:p>
            <a:r>
              <a:rPr lang="en-AU" dirty="0" err="1"/>
              <a:t>chloe.salisbury@uq.edu.au</a:t>
            </a:r>
            <a:endParaRPr lang="en-AU" dirty="0"/>
          </a:p>
        </p:txBody>
      </p:sp>
    </p:spTree>
    <p:extLst>
      <p:ext uri="{BB962C8B-B14F-4D97-AF65-F5344CB8AC3E}">
        <p14:creationId xmlns:p14="http://schemas.microsoft.com/office/powerpoint/2010/main" val="290788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University of Queensland">
  <a:themeElements>
    <a:clrScheme name="UQ">
      <a:dk1>
        <a:srgbClr val="2B1D37"/>
      </a:dk1>
      <a:lt1>
        <a:sysClr val="window" lastClr="FFFFFF"/>
      </a:lt1>
      <a:dk2>
        <a:srgbClr val="999490"/>
      </a:dk2>
      <a:lt2>
        <a:srgbClr val="D7D1CC"/>
      </a:lt2>
      <a:accent1>
        <a:srgbClr val="51247A"/>
      </a:accent1>
      <a:accent2>
        <a:srgbClr val="962A8B"/>
      </a:accent2>
      <a:accent3>
        <a:srgbClr val="D7D1CC"/>
      </a:accent3>
      <a:accent4>
        <a:srgbClr val="E62645"/>
      </a:accent4>
      <a:accent5>
        <a:srgbClr val="4085C6"/>
      </a:accent5>
      <a:accent6>
        <a:srgbClr val="FBB800"/>
      </a:accent6>
      <a:hlink>
        <a:srgbClr val="51247A"/>
      </a:hlink>
      <a:folHlink>
        <a:srgbClr val="962A8B"/>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01-PowerPoint-template" id="{77828F8A-DB63-0A4A-841F-23FA6B70F718}" vid="{CA0FB5E4-0CD0-9C43-BF98-9BFD66C680B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8A3A90F7871904891A840A1C584FE58" ma:contentTypeVersion="8" ma:contentTypeDescription="Create a new document." ma:contentTypeScope="" ma:versionID="861a5e39c76574acc7250f6e861d0da7">
  <xsd:schema xmlns:xsd="http://www.w3.org/2001/XMLSchema" xmlns:xs="http://www.w3.org/2001/XMLSchema" xmlns:p="http://schemas.microsoft.com/office/2006/metadata/properties" xmlns:ns2="5be82c79-b423-4e92-ae0c-8f573e59db03" targetNamespace="http://schemas.microsoft.com/office/2006/metadata/properties" ma:root="true" ma:fieldsID="bdbb516f84b07b281ad6866eeca4cc62" ns2:_="">
    <xsd:import namespace="5be82c79-b423-4e92-ae0c-8f573e59db0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be82c79-b423-4e92-ae0c-8f573e59db0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BillingMetadata" ma:index="15"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BA6ACFB-BBAF-41D0-B45A-5E57454824E9}">
  <ds:schemaRefs>
    <ds:schemaRef ds:uri="http://schemas.openxmlformats.org/package/2006/metadata/core-properties"/>
    <ds:schemaRef ds:uri="http://www.w3.org/XML/1998/namespace"/>
    <ds:schemaRef ds:uri="5be82c79-b423-4e92-ae0c-8f573e59db03"/>
    <ds:schemaRef ds:uri="http://schemas.microsoft.com/office/2006/metadata/properties"/>
    <ds:schemaRef ds:uri="http://purl.org/dc/elements/1.1/"/>
    <ds:schemaRef ds:uri="http://schemas.microsoft.com/office/2006/documentManagement/types"/>
    <ds:schemaRef ds:uri="http://schemas.microsoft.com/office/infopath/2007/PartnerControls"/>
    <ds:schemaRef ds:uri="http://purl.org/dc/dcmitype/"/>
    <ds:schemaRef ds:uri="http://purl.org/dc/terms/"/>
  </ds:schemaRefs>
</ds:datastoreItem>
</file>

<file path=customXml/itemProps2.xml><?xml version="1.0" encoding="utf-8"?>
<ds:datastoreItem xmlns:ds="http://schemas.openxmlformats.org/officeDocument/2006/customXml" ds:itemID="{1C79AB7A-738D-46AB-ACB1-EC6A75B633D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be82c79-b423-4e92-ae0c-8f573e59db0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32F4D4E-5CC3-44EF-852B-455B45EFC02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University of Queensland</Template>
  <TotalTime>23</TotalTime>
  <Words>984</Words>
  <Application>Microsoft Office PowerPoint</Application>
  <PresentationFormat>Widescreen</PresentationFormat>
  <Paragraphs>80</Paragraphs>
  <Slides>10</Slides>
  <Notes>0</Notes>
  <HiddenSlides>2</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University of Queensland</vt:lpstr>
      <vt:lpstr>Instructions (for staff)</vt:lpstr>
      <vt:lpstr>AI use options (for staff)</vt:lpstr>
      <vt:lpstr>Using AI in [course] assessment</vt:lpstr>
      <vt:lpstr>Assessment # – ITEM</vt:lpstr>
      <vt:lpstr>Assessment # – ITEM</vt:lpstr>
      <vt:lpstr>Assessment # – ITEM</vt:lpstr>
      <vt:lpstr>Assessment 1 – Research essay</vt:lpstr>
      <vt:lpstr>Assessment 1 – Law Reform Submission</vt:lpstr>
      <vt:lpstr>Assessment 2 – Final Exam</vt:lpstr>
      <vt:lpstr>Contact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Chloe Salisbury</dc:creator>
  <cp:lastModifiedBy>Chloe Salisbury</cp:lastModifiedBy>
  <cp:revision>2</cp:revision>
  <dcterms:created xsi:type="dcterms:W3CDTF">2026-02-16T01:56:55Z</dcterms:created>
  <dcterms:modified xsi:type="dcterms:W3CDTF">2026-02-16T05:17:13Z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f488380-630a-4f55-a077-a19445e3f360_Enabled">
    <vt:lpwstr>true</vt:lpwstr>
  </property>
  <property fmtid="{D5CDD505-2E9C-101B-9397-08002B2CF9AE}" pid="3" name="MSIP_Label_0f488380-630a-4f55-a077-a19445e3f360_SetDate">
    <vt:lpwstr>2022-05-03T03:06:24Z</vt:lpwstr>
  </property>
  <property fmtid="{D5CDD505-2E9C-101B-9397-08002B2CF9AE}" pid="4" name="MSIP_Label_0f488380-630a-4f55-a077-a19445e3f360_Method">
    <vt:lpwstr>Standard</vt:lpwstr>
  </property>
  <property fmtid="{D5CDD505-2E9C-101B-9397-08002B2CF9AE}" pid="5" name="MSIP_Label_0f488380-630a-4f55-a077-a19445e3f360_Name">
    <vt:lpwstr>OFFICIAL - INTERNAL</vt:lpwstr>
  </property>
  <property fmtid="{D5CDD505-2E9C-101B-9397-08002B2CF9AE}" pid="6" name="MSIP_Label_0f488380-630a-4f55-a077-a19445e3f360_SiteId">
    <vt:lpwstr>b6e377cf-9db3-46cb-91a2-fad9605bb15c</vt:lpwstr>
  </property>
  <property fmtid="{D5CDD505-2E9C-101B-9397-08002B2CF9AE}" pid="7" name="MSIP_Label_0f488380-630a-4f55-a077-a19445e3f360_ActionId">
    <vt:lpwstr>d96f5fcc-5603-43bf-977e-9b9329ffdd35</vt:lpwstr>
  </property>
  <property fmtid="{D5CDD505-2E9C-101B-9397-08002B2CF9AE}" pid="8" name="MSIP_Label_0f488380-630a-4f55-a077-a19445e3f360_ContentBits">
    <vt:lpwstr>0</vt:lpwstr>
  </property>
  <property fmtid="{D5CDD505-2E9C-101B-9397-08002B2CF9AE}" pid="9" name="ContentTypeId">
    <vt:lpwstr>0x010100A8A3A90F7871904891A840A1C584FE58</vt:lpwstr>
  </property>
  <property fmtid="{D5CDD505-2E9C-101B-9397-08002B2CF9AE}" pid="10" name="MediaServiceImageTags">
    <vt:lpwstr/>
  </property>
</Properties>
</file>